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theme/theme3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  <p:sldMasterId id="2147483733" r:id="rId2"/>
    <p:sldMasterId id="2147483735" r:id="rId3"/>
    <p:sldMasterId id="2147483737" r:id="rId4"/>
  </p:sldMasterIdLst>
  <p:notesMasterIdLst>
    <p:notesMasterId r:id="rId37"/>
  </p:notesMasterIdLst>
  <p:handoutMasterIdLst>
    <p:handoutMasterId r:id="rId38"/>
  </p:handoutMasterIdLst>
  <p:sldIdLst>
    <p:sldId id="256" r:id="rId5"/>
    <p:sldId id="307" r:id="rId6"/>
    <p:sldId id="289" r:id="rId7"/>
    <p:sldId id="306" r:id="rId8"/>
    <p:sldId id="350" r:id="rId9"/>
    <p:sldId id="351" r:id="rId10"/>
    <p:sldId id="309" r:id="rId11"/>
    <p:sldId id="353" r:id="rId12"/>
    <p:sldId id="352" r:id="rId13"/>
    <p:sldId id="310" r:id="rId14"/>
    <p:sldId id="354" r:id="rId15"/>
    <p:sldId id="355" r:id="rId16"/>
    <p:sldId id="356" r:id="rId17"/>
    <p:sldId id="357" r:id="rId18"/>
    <p:sldId id="358" r:id="rId19"/>
    <p:sldId id="359" r:id="rId20"/>
    <p:sldId id="360" r:id="rId21"/>
    <p:sldId id="363" r:id="rId22"/>
    <p:sldId id="362" r:id="rId23"/>
    <p:sldId id="364" r:id="rId24"/>
    <p:sldId id="365" r:id="rId25"/>
    <p:sldId id="366" r:id="rId26"/>
    <p:sldId id="367" r:id="rId27"/>
    <p:sldId id="368" r:id="rId28"/>
    <p:sldId id="370" r:id="rId29"/>
    <p:sldId id="369" r:id="rId30"/>
    <p:sldId id="371" r:id="rId31"/>
    <p:sldId id="372" r:id="rId32"/>
    <p:sldId id="373" r:id="rId33"/>
    <p:sldId id="374" r:id="rId34"/>
    <p:sldId id="375" r:id="rId35"/>
    <p:sldId id="286" r:id="rId3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48" autoAdjust="0"/>
    <p:restoredTop sz="91860" autoAdjust="0"/>
  </p:normalViewPr>
  <p:slideViewPr>
    <p:cSldViewPr snapToGrid="0">
      <p:cViewPr varScale="1">
        <p:scale>
          <a:sx n="108" d="100"/>
          <a:sy n="108" d="100"/>
        </p:scale>
        <p:origin x="97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F0475C65-5F61-4869-AEB7-24DFD0FC13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EE73F3C-CAF6-4BFB-890B-0F5E42299A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76175A-194D-4E5E-9C0F-DF384881814C}" type="datetimeFigureOut">
              <a:rPr lang="zh-TW" altLang="en-US" smtClean="0"/>
              <a:t>2025/10/18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D1F1425-86F3-4C17-B4EF-71E8E43635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01DB661-11FB-418A-9F81-624A6BC720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9151F6-4E2F-426D-9683-192D05145E4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218922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68B2D2-A26D-4226-ABA3-5807211B98F2}" type="datetimeFigureOut">
              <a:rPr lang="zh-TW" altLang="en-US" smtClean="0"/>
              <a:t>2025/10/18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5E0E4C-DE99-4002-A21C-D36A5701BB8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3127957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1EBF2A-059D-4489-907E-6F09773C8E0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570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32868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9E70E-BDD4-61BC-D973-C0EDA8849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7DB2DA-D68B-0B44-1005-F2B082C28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F9E859F-9C08-9C1A-452D-4675BB5E2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7748EB4-002E-D3EE-37B8-6B423DC0B8A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1D5F8D-3918-CE25-EFED-51DA040FC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5183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2A90-DDD7-3EE4-B03B-69535F7F1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CA5F1C-D40C-8088-AA02-CA12B80EF0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4BA2C4-B066-F87F-0940-0EAD989C5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DAA490F-88E0-F316-05C7-B17EE9618C7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DC8CBDD-EE9A-F42B-CA80-031DEAAC9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4881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E72E7-576E-5FCF-055E-3883A8AE0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6FFA177-A2C8-0FBA-FFD2-59F25D6BC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BFA3E18-49F2-8B2C-D6D7-C7AE5B52A5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CA80E05-0BCB-77B5-00E1-EBDC09B101D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10AFC1E-919F-C581-604C-6D86500C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996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73542-1B22-2A4C-BC4F-974636A44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2E2A4A-6AB6-379C-F322-ABEAC1C67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E2F1DFA-BC31-0DB5-DA8B-664AFFD9B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9A4B5C6-2589-3498-2C86-5B15C430768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75A7F43-DF9D-FC7F-66D0-D91631805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95204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0E850-D934-0AB1-48F4-3402C5B74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73B8158-443F-8B6C-D6E9-7DF8CDFCDA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D638A7E-B092-20AD-AB43-5CF297DA6F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8CB0FC-732F-EA55-44EE-755E22AB86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6E96293-8637-C0F4-D3D2-DE718963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59864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D94BC-0435-6377-D37E-07C24BD82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2E8E515-84E0-A169-3685-818EFA9633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1B1477-7995-E4DE-59AD-F5AAF657E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D02F61D-FF2B-884B-5DC8-50849289478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138141B-961F-EC02-8E43-5C666D168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5540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750EA-1368-0B57-DAE6-D645B4189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19E0C65-6FA9-71D6-0BDE-CA8872C8B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CC3A26A-B660-FD91-4127-5E8ACDBE6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7C1601A-84BB-BBF0-7117-B2EF8A38074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F3B335-C879-BFCC-4950-B6D4C1823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7322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74609-1434-33ED-1F14-0DF438B4E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B77CEE5-8316-DEAC-D870-AB9C611B0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B35775-78DD-342A-0CD1-ED9C81D21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D0654F1-3EBF-A84E-C197-ADC3F554190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109061-9FA8-2D1A-896B-3EEA9AA024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70119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8BE39-D487-6ED8-4BD6-BEA15A2E2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ECE286-9E3E-A705-4C29-0F321BFD3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84758EC-0BFA-BA48-38E5-9A33BAC4B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E7C598A-10EC-50BA-61D4-696D20FD84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3074E22-AB74-CA61-09E5-5EC2E0002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83504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41738-6728-FF31-B809-285BFE186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996E2C8-624C-7661-4FB1-E7196C463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A6C981D-62EA-5EA3-F921-7959722EA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8826168-6F88-FE20-5C59-263384FFBF4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02A808F-1C10-52D4-BFAC-BF039198D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45300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6E53-436A-628D-6ADD-B13FFFF3D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733330-203F-83E4-0653-89D94CFE4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0D87D71-1687-B9DC-485B-18CF7A7E9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135CCD8-02E7-4879-0EF1-EF31876FABF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D36FB45-B80F-8DC3-907D-DDDAF6908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94437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1D8A1-CBA5-A238-6197-F0F94BE58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2696E-99B0-5A40-5777-7A03115B8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6ECD00-72C9-7082-30B9-1A1C314C7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5063BEF-5FC3-D652-569B-F4415DC3B30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E5B81A8-C286-927B-E707-787CE955B5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12248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BF12-7EC1-0B75-4415-F3FE4F8A5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3DEF3BD-BDA8-E6B4-EF2B-105C247EA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CD73D63-243E-F942-78E8-B36299178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228515B-8897-E8A9-11C8-B0DFA3110BC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74C2397-666F-F49B-2805-1716ADE69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6819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8ABCC-CC86-05FB-570D-27EF866C2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5DCCE9-E190-D565-D4DF-25831F442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7EDF8D-9894-3507-D3BA-EE90E692C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1F3DA70-2BAF-8592-DA18-C930CDE80AD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BD951F3-B393-DA1A-85B6-0E727DB72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48880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3EACF-A059-AAB7-CFDA-2C3F691BC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D224698-67EC-0328-A82C-3174A7A55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D50FFEA-AACB-E0DA-4B2F-5099F0F41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69CE684-AD64-42FE-B8D6-81EF953D70B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656A7D9-4BA1-826B-9E7E-36546418B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75669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9DE4-8731-9F10-D679-38ED4EBFB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95D056C-6EBC-ED9B-ABDE-80E8BADCA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18271C-55DB-30AF-CB47-94E81B2C8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84A9707-7350-DAA1-28F8-2810D557006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BFB7107-2A6D-B3D3-2D6C-E61E9C49A8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86208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4846-C82E-B1B8-A821-6E0A78C29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9F18FB0-8742-3006-71BA-C3C75BD52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721FE38-7105-CCE1-9DC5-8F826918F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B183D8E-A5B3-F747-531C-4FD9549B17F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7B5D951-E76F-96C5-ABCA-41E0EA724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602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DB22B-575C-DD1E-A3D8-7940BA0DD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B4055D7-BF6B-CEA9-39D7-F0188FC8D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46A70-C2ED-641E-127D-039E8B1B5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A513E85-AF50-182B-B260-7BF82DCECC9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B983C5B-FFCD-DF14-E813-29CC8FC3A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37173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C4C0-16DA-CA36-1282-D13C0F035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01E5B6D-A9C3-4983-1E69-CFFAE926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29B072B-5EF0-DFC6-46BD-021339DF0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CBFEEDF-615E-C0AA-9E60-173CA3195A6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448C67A-EE51-2928-BF33-BE7B87E0B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85124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00707-FA76-9B73-CFF8-EC4F3481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CF1A968-D66B-92D0-F52E-7143BD838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8DA12F5-EBE5-8432-67EC-83FEB47CA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AD56378-BC1D-A750-A296-45A432E1F47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14452CF-4120-968A-FE8D-AA214FA37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E0E4C-DE99-4002-A21C-D36A5701BB8C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3548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freepik.com/" TargetMode="Externa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5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4716833" y="949300"/>
            <a:ext cx="9380800" cy="43696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0" y="1673367"/>
            <a:ext cx="5763600" cy="5188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" name="Google Shape;11;p2"/>
          <p:cNvSpPr/>
          <p:nvPr/>
        </p:nvSpPr>
        <p:spPr>
          <a:xfrm flipH="1">
            <a:off x="1378933" y="0"/>
            <a:ext cx="14490400" cy="6858000"/>
          </a:xfrm>
          <a:prstGeom prst="triangle">
            <a:avLst>
              <a:gd name="adj" fmla="val 4985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074333" y="2931567"/>
            <a:ext cx="5763600" cy="201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Julius Sans One"/>
              <a:buNone/>
              <a:defRPr sz="5333" b="1">
                <a:solidFill>
                  <a:schemeClr val="lt1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732333" y="5539167"/>
            <a:ext cx="5105600" cy="33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Questrial"/>
              <a:buNone/>
              <a:defRPr sz="3733">
                <a:solidFill>
                  <a:schemeClr val="lt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03976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5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6379833" y="2797579"/>
            <a:ext cx="4564800" cy="11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533" b="1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6868233" y="1376012"/>
            <a:ext cx="4076400" cy="11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8169400" y="4427067"/>
            <a:ext cx="2775200" cy="69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cxnSp>
        <p:nvCxnSpPr>
          <p:cNvPr id="18" name="Google Shape;18;p3"/>
          <p:cNvCxnSpPr/>
          <p:nvPr/>
        </p:nvCxnSpPr>
        <p:spPr>
          <a:xfrm flipH="1">
            <a:off x="3752200" y="-1684000"/>
            <a:ext cx="5010000" cy="5578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/>
          <p:nvPr/>
        </p:nvSpPr>
        <p:spPr>
          <a:xfrm flipH="1">
            <a:off x="10559833" y="5101033"/>
            <a:ext cx="1728000" cy="1843200"/>
          </a:xfrm>
          <a:prstGeom prst="rtTriangle">
            <a:avLst/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027409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accent5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950967" y="1898867"/>
            <a:ext cx="8100000" cy="43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67732" lvl="0" indent="-4233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950967" y="707445"/>
            <a:ext cx="7690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3" name="Google Shape;23;p4"/>
          <p:cNvSpPr/>
          <p:nvPr/>
        </p:nvSpPr>
        <p:spPr>
          <a:xfrm flipH="1">
            <a:off x="7744733" y="2045200"/>
            <a:ext cx="6400800" cy="6400800"/>
          </a:xfrm>
          <a:prstGeom prst="rtTriangl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771855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dos columnas " type="twoColTx">
  <p:cSld name="Título y dos columnas ">
    <p:bg>
      <p:bgPr>
        <a:solidFill>
          <a:schemeClr val="accent5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1111903" y="3522103"/>
            <a:ext cx="4134400" cy="13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945697" y="3522103"/>
            <a:ext cx="4134400" cy="13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2073303" y="2647680"/>
            <a:ext cx="221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 idx="3"/>
          </p:nvPr>
        </p:nvSpPr>
        <p:spPr>
          <a:xfrm>
            <a:off x="7907097" y="2647680"/>
            <a:ext cx="221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9" name="Google Shape;29;p5"/>
          <p:cNvSpPr/>
          <p:nvPr/>
        </p:nvSpPr>
        <p:spPr>
          <a:xfrm rot="10800000">
            <a:off x="4784600" y="-30167"/>
            <a:ext cx="2622800" cy="1181200"/>
          </a:xfrm>
          <a:prstGeom prst="triangle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02592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ítulo " type="titleOnly">
  <p:cSld name="Solo título ">
    <p:bg>
      <p:bgPr>
        <a:solidFill>
          <a:schemeClr val="accent5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1189400" y="707633"/>
            <a:ext cx="9813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2" name="Google Shape;32;p6"/>
          <p:cNvSpPr/>
          <p:nvPr/>
        </p:nvSpPr>
        <p:spPr>
          <a:xfrm flipH="1">
            <a:off x="9366000" y="3467500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3" name="Google Shape;33;p6"/>
          <p:cNvSpPr/>
          <p:nvPr/>
        </p:nvSpPr>
        <p:spPr>
          <a:xfrm flipH="1">
            <a:off x="9505067" y="3467500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4" name="Google Shape;34;p6"/>
          <p:cNvSpPr/>
          <p:nvPr/>
        </p:nvSpPr>
        <p:spPr>
          <a:xfrm rot="10800000" flipH="1">
            <a:off x="-1016567" y="-12207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" name="Google Shape;35;p6"/>
          <p:cNvSpPr/>
          <p:nvPr/>
        </p:nvSpPr>
        <p:spPr>
          <a:xfrm rot="10800000" flipH="1">
            <a:off x="-2241867" y="-20301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5728740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accent5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950967" y="2939473"/>
            <a:ext cx="5133600" cy="9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950967" y="1230700"/>
            <a:ext cx="5627600" cy="13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17467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073400" y="2454000"/>
            <a:ext cx="10045200" cy="195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sz="8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87595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accent5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0" y="609600"/>
            <a:ext cx="12192000" cy="6248400"/>
          </a:xfrm>
          <a:prstGeom prst="triangle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" name="Google Shape;43;p9"/>
          <p:cNvSpPr/>
          <p:nvPr/>
        </p:nvSpPr>
        <p:spPr>
          <a:xfrm rot="5400000">
            <a:off x="-85900" y="85800"/>
            <a:ext cx="5657600" cy="54860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" name="Google Shape;44;p9"/>
          <p:cNvSpPr/>
          <p:nvPr/>
        </p:nvSpPr>
        <p:spPr>
          <a:xfrm rot="-5400000" flipH="1">
            <a:off x="6588933" y="35367"/>
            <a:ext cx="5819600" cy="5636800"/>
          </a:xfrm>
          <a:prstGeom prst="rtTriangl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5" name="Google Shape;45;p9"/>
          <p:cNvSpPr txBox="1">
            <a:spLocks noGrp="1"/>
          </p:cNvSpPr>
          <p:nvPr>
            <p:ph type="ctrTitle"/>
          </p:nvPr>
        </p:nvSpPr>
        <p:spPr>
          <a:xfrm>
            <a:off x="2254400" y="3293733"/>
            <a:ext cx="7683200" cy="93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4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958300" y="4445733"/>
            <a:ext cx="6275200" cy="10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636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5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-67" y="7467"/>
            <a:ext cx="12192000" cy="6858000"/>
          </a:xfrm>
          <a:prstGeom prst="rect">
            <a:avLst/>
          </a:prstGeom>
          <a:solidFill>
            <a:schemeClr val="lt1">
              <a:alpha val="2356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9" name="Google Shape;49;p10"/>
          <p:cNvSpPr/>
          <p:nvPr/>
        </p:nvSpPr>
        <p:spPr>
          <a:xfrm>
            <a:off x="5749867" y="4892367"/>
            <a:ext cx="6515200" cy="1402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6096000" y="4972767"/>
            <a:ext cx="5145200" cy="103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3333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51" name="Google Shape;51;p10"/>
          <p:cNvSpPr/>
          <p:nvPr/>
        </p:nvSpPr>
        <p:spPr>
          <a:xfrm rot="5400000">
            <a:off x="-454949" y="-1050849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52" name="Google Shape;52;p10"/>
          <p:cNvSpPr/>
          <p:nvPr/>
        </p:nvSpPr>
        <p:spPr>
          <a:xfrm rot="5400000">
            <a:off x="-581949" y="-1342949"/>
            <a:ext cx="4541200" cy="44032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472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5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/>
          <p:nvPr/>
        </p:nvSpPr>
        <p:spPr>
          <a:xfrm rot="10800000">
            <a:off x="-26500" y="-25767"/>
            <a:ext cx="12270800" cy="68836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951000" y="851733"/>
            <a:ext cx="102900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12000" b="1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951000" y="3608501"/>
            <a:ext cx="10290000" cy="5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400"/>
              <a:buFont typeface="Didact Gothic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09232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947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solidFill>
          <a:schemeClr val="accent5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/>
          <p:nvPr/>
        </p:nvSpPr>
        <p:spPr>
          <a:xfrm>
            <a:off x="-225733" y="-86000"/>
            <a:ext cx="5934800" cy="70296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60" name="Google Shape;60;p13"/>
          <p:cNvCxnSpPr/>
          <p:nvPr/>
        </p:nvCxnSpPr>
        <p:spPr>
          <a:xfrm rot="10800000">
            <a:off x="-2139567" y="2165800"/>
            <a:ext cx="6426400" cy="589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587533" y="2510967"/>
            <a:ext cx="42584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6414361" y="1552091"/>
            <a:ext cx="912800" cy="38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6414361" y="2709320"/>
            <a:ext cx="912800" cy="38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/>
          </p:nvPr>
        </p:nvSpPr>
        <p:spPr>
          <a:xfrm>
            <a:off x="7587533" y="4837700"/>
            <a:ext cx="42584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/>
          </p:nvPr>
        </p:nvSpPr>
        <p:spPr>
          <a:xfrm>
            <a:off x="7587533" y="1392000"/>
            <a:ext cx="42584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/>
          </p:nvPr>
        </p:nvSpPr>
        <p:spPr>
          <a:xfrm>
            <a:off x="7587533" y="3680467"/>
            <a:ext cx="42584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7" hasCustomPrompt="1"/>
          </p:nvPr>
        </p:nvSpPr>
        <p:spPr>
          <a:xfrm>
            <a:off x="6414361" y="3840557"/>
            <a:ext cx="912800" cy="38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8" hasCustomPrompt="1"/>
          </p:nvPr>
        </p:nvSpPr>
        <p:spPr>
          <a:xfrm>
            <a:off x="6414361" y="4997787"/>
            <a:ext cx="912800" cy="38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"/>
          </p:nvPr>
        </p:nvSpPr>
        <p:spPr>
          <a:xfrm>
            <a:off x="7587533" y="1759393"/>
            <a:ext cx="3272000" cy="3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7587533" y="4060560"/>
            <a:ext cx="3272000" cy="3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7587533" y="2883597"/>
            <a:ext cx="3272000" cy="3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7587533" y="5210331"/>
            <a:ext cx="3272000" cy="3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15"/>
          </p:nvPr>
        </p:nvSpPr>
        <p:spPr>
          <a:xfrm>
            <a:off x="950967" y="2931733"/>
            <a:ext cx="4555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539230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Table of contents 1">
    <p:bg>
      <p:bgPr>
        <a:solidFill>
          <a:schemeClr val="accent5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>
            <a:spLocks noGrp="1"/>
          </p:cNvSpPr>
          <p:nvPr>
            <p:ph type="title" hasCustomPrompt="1"/>
          </p:nvPr>
        </p:nvSpPr>
        <p:spPr>
          <a:xfrm>
            <a:off x="1087317" y="3994300"/>
            <a:ext cx="811200" cy="5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6" name="Google Shape;76;p14"/>
          <p:cNvSpPr txBox="1">
            <a:spLocks noGrp="1"/>
          </p:cNvSpPr>
          <p:nvPr>
            <p:ph type="title" idx="2"/>
          </p:nvPr>
        </p:nvSpPr>
        <p:spPr>
          <a:xfrm>
            <a:off x="2177917" y="3909067"/>
            <a:ext cx="39112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1"/>
          </p:nvPr>
        </p:nvSpPr>
        <p:spPr>
          <a:xfrm>
            <a:off x="2177917" y="4276472"/>
            <a:ext cx="39112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78" name="Google Shape;78;p14"/>
          <p:cNvSpPr/>
          <p:nvPr/>
        </p:nvSpPr>
        <p:spPr>
          <a:xfrm rot="10800000">
            <a:off x="-26500" y="-17781"/>
            <a:ext cx="12270800" cy="3586800"/>
          </a:xfrm>
          <a:prstGeom prst="triangle">
            <a:avLst>
              <a:gd name="adj" fmla="val 49898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9" name="Google Shape;79;p14"/>
          <p:cNvSpPr txBox="1">
            <a:spLocks noGrp="1"/>
          </p:cNvSpPr>
          <p:nvPr>
            <p:ph type="title" idx="3" hasCustomPrompt="1"/>
          </p:nvPr>
        </p:nvSpPr>
        <p:spPr>
          <a:xfrm>
            <a:off x="1087317" y="5185000"/>
            <a:ext cx="811200" cy="5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4"/>
          <p:cNvSpPr txBox="1">
            <a:spLocks noGrp="1"/>
          </p:cNvSpPr>
          <p:nvPr>
            <p:ph type="title" idx="4"/>
          </p:nvPr>
        </p:nvSpPr>
        <p:spPr>
          <a:xfrm>
            <a:off x="2177917" y="5099761"/>
            <a:ext cx="39112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subTitle" idx="5"/>
          </p:nvPr>
        </p:nvSpPr>
        <p:spPr>
          <a:xfrm>
            <a:off x="2177917" y="5467167"/>
            <a:ext cx="39112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title" idx="6" hasCustomPrompt="1"/>
          </p:nvPr>
        </p:nvSpPr>
        <p:spPr>
          <a:xfrm>
            <a:off x="6058500" y="3994300"/>
            <a:ext cx="811200" cy="5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 idx="7"/>
          </p:nvPr>
        </p:nvSpPr>
        <p:spPr>
          <a:xfrm>
            <a:off x="7193547" y="3909067"/>
            <a:ext cx="39112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ubTitle" idx="8"/>
          </p:nvPr>
        </p:nvSpPr>
        <p:spPr>
          <a:xfrm>
            <a:off x="7193547" y="4276472"/>
            <a:ext cx="39112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85" name="Google Shape;85;p14"/>
          <p:cNvSpPr txBox="1">
            <a:spLocks noGrp="1"/>
          </p:cNvSpPr>
          <p:nvPr>
            <p:ph type="title" idx="9" hasCustomPrompt="1"/>
          </p:nvPr>
        </p:nvSpPr>
        <p:spPr>
          <a:xfrm>
            <a:off x="6058500" y="5185000"/>
            <a:ext cx="811200" cy="5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4"/>
          <p:cNvSpPr txBox="1">
            <a:spLocks noGrp="1"/>
          </p:cNvSpPr>
          <p:nvPr>
            <p:ph type="title" idx="13"/>
          </p:nvPr>
        </p:nvSpPr>
        <p:spPr>
          <a:xfrm>
            <a:off x="7193547" y="5099763"/>
            <a:ext cx="39112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87" name="Google Shape;87;p14"/>
          <p:cNvSpPr txBox="1">
            <a:spLocks noGrp="1"/>
          </p:cNvSpPr>
          <p:nvPr>
            <p:ph type="subTitle" idx="14"/>
          </p:nvPr>
        </p:nvSpPr>
        <p:spPr>
          <a:xfrm>
            <a:off x="7193547" y="5467168"/>
            <a:ext cx="39112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cxnSp>
        <p:nvCxnSpPr>
          <p:cNvPr id="88" name="Google Shape;88;p14"/>
          <p:cNvCxnSpPr/>
          <p:nvPr/>
        </p:nvCxnSpPr>
        <p:spPr>
          <a:xfrm rot="10800000">
            <a:off x="-2989300" y="2546300"/>
            <a:ext cx="6426400" cy="5892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" name="Google Shape;89;p14"/>
          <p:cNvCxnSpPr/>
          <p:nvPr/>
        </p:nvCxnSpPr>
        <p:spPr>
          <a:xfrm rot="10800000" flipH="1">
            <a:off x="8754900" y="2507000"/>
            <a:ext cx="6426400" cy="5892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4"/>
          <p:cNvSpPr txBox="1">
            <a:spLocks noGrp="1"/>
          </p:cNvSpPr>
          <p:nvPr>
            <p:ph type="title" idx="15"/>
          </p:nvPr>
        </p:nvSpPr>
        <p:spPr>
          <a:xfrm>
            <a:off x="950967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7160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solidFill>
          <a:schemeClr val="accent5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>
            <a:spLocks noGrp="1"/>
          </p:cNvSpPr>
          <p:nvPr>
            <p:ph type="title"/>
          </p:nvPr>
        </p:nvSpPr>
        <p:spPr>
          <a:xfrm>
            <a:off x="1242267" y="2692957"/>
            <a:ext cx="4337200" cy="13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533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title" idx="2" hasCustomPrompt="1"/>
          </p:nvPr>
        </p:nvSpPr>
        <p:spPr>
          <a:xfrm>
            <a:off x="1242267" y="1289407"/>
            <a:ext cx="40764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6"/>
          <p:cNvSpPr txBox="1">
            <a:spLocks noGrp="1"/>
          </p:cNvSpPr>
          <p:nvPr>
            <p:ph type="subTitle" idx="1"/>
          </p:nvPr>
        </p:nvSpPr>
        <p:spPr>
          <a:xfrm>
            <a:off x="1242267" y="4434973"/>
            <a:ext cx="2638000" cy="77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cxnSp>
        <p:nvCxnSpPr>
          <p:cNvPr id="105" name="Google Shape;105;p16"/>
          <p:cNvCxnSpPr/>
          <p:nvPr/>
        </p:nvCxnSpPr>
        <p:spPr>
          <a:xfrm>
            <a:off x="3442400" y="-1684000"/>
            <a:ext cx="5010000" cy="5578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" name="Google Shape;106;p16"/>
          <p:cNvSpPr/>
          <p:nvPr/>
        </p:nvSpPr>
        <p:spPr>
          <a:xfrm>
            <a:off x="-83233" y="5101033"/>
            <a:ext cx="1728000" cy="1843200"/>
          </a:xfrm>
          <a:prstGeom prst="rtTriangle">
            <a:avLst/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721786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solidFill>
          <a:schemeClr val="accent5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>
            <a:spLocks noGrp="1"/>
          </p:cNvSpPr>
          <p:nvPr>
            <p:ph type="title"/>
          </p:nvPr>
        </p:nvSpPr>
        <p:spPr>
          <a:xfrm flipH="1">
            <a:off x="2428633" y="3370167"/>
            <a:ext cx="7334800" cy="61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4800"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057800" y="2044681"/>
            <a:ext cx="4076400" cy="116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0" name="Google Shape;110;p17"/>
          <p:cNvSpPr txBox="1">
            <a:spLocks noGrp="1"/>
          </p:cNvSpPr>
          <p:nvPr>
            <p:ph type="subTitle" idx="1"/>
          </p:nvPr>
        </p:nvSpPr>
        <p:spPr>
          <a:xfrm flipH="1">
            <a:off x="4264200" y="4390916"/>
            <a:ext cx="3663600" cy="4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cxnSp>
        <p:nvCxnSpPr>
          <p:cNvPr id="111" name="Google Shape;111;p17"/>
          <p:cNvCxnSpPr/>
          <p:nvPr/>
        </p:nvCxnSpPr>
        <p:spPr>
          <a:xfrm>
            <a:off x="8466817" y="-2001500"/>
            <a:ext cx="5010000" cy="5578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" name="Google Shape;112;p17"/>
          <p:cNvSpPr/>
          <p:nvPr/>
        </p:nvSpPr>
        <p:spPr>
          <a:xfrm>
            <a:off x="-85600" y="5101033"/>
            <a:ext cx="1728000" cy="184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3" name="Google Shape;113;p17"/>
          <p:cNvSpPr/>
          <p:nvPr/>
        </p:nvSpPr>
        <p:spPr>
          <a:xfrm>
            <a:off x="7011867" y="-317233"/>
            <a:ext cx="15205200" cy="77924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4" name="Google Shape;114;p17"/>
          <p:cNvSpPr/>
          <p:nvPr/>
        </p:nvSpPr>
        <p:spPr>
          <a:xfrm rot="10800000">
            <a:off x="-7185400" y="-2882633"/>
            <a:ext cx="15205200" cy="77924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5" name="Google Shape;115;p17"/>
          <p:cNvSpPr/>
          <p:nvPr/>
        </p:nvSpPr>
        <p:spPr>
          <a:xfrm>
            <a:off x="6948367" y="5151367"/>
            <a:ext cx="3876400" cy="198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6" name="Google Shape;116;p17"/>
          <p:cNvSpPr/>
          <p:nvPr/>
        </p:nvSpPr>
        <p:spPr>
          <a:xfrm rot="10800000">
            <a:off x="1477300" y="-741433"/>
            <a:ext cx="3876400" cy="198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552288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bg>
      <p:bgPr>
        <a:solidFill>
          <a:schemeClr val="accent5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/>
          <p:nvPr/>
        </p:nvSpPr>
        <p:spPr>
          <a:xfrm>
            <a:off x="6394833" y="-290100"/>
            <a:ext cx="5797200" cy="749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19" name="Google Shape;119;p18"/>
          <p:cNvSpPr txBox="1">
            <a:spLocks noGrp="1"/>
          </p:cNvSpPr>
          <p:nvPr>
            <p:ph type="title"/>
          </p:nvPr>
        </p:nvSpPr>
        <p:spPr>
          <a:xfrm>
            <a:off x="950967" y="1920267"/>
            <a:ext cx="5145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ubTitle" idx="1"/>
          </p:nvPr>
        </p:nvSpPr>
        <p:spPr>
          <a:xfrm>
            <a:off x="950967" y="3017733"/>
            <a:ext cx="4534400" cy="17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867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21" name="Google Shape;121;p18"/>
          <p:cNvSpPr/>
          <p:nvPr/>
        </p:nvSpPr>
        <p:spPr>
          <a:xfrm>
            <a:off x="1123800" y="719333"/>
            <a:ext cx="1066800" cy="114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5742615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bg>
      <p:bgPr>
        <a:solidFill>
          <a:schemeClr val="accent5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/>
          <p:nvPr/>
        </p:nvSpPr>
        <p:spPr>
          <a:xfrm>
            <a:off x="1797633" y="927000"/>
            <a:ext cx="8762800" cy="5004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4" name="Google Shape;124;p19"/>
          <p:cNvSpPr/>
          <p:nvPr/>
        </p:nvSpPr>
        <p:spPr>
          <a:xfrm rot="10800000">
            <a:off x="4178200" y="-30367"/>
            <a:ext cx="3835600" cy="17276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5" name="Google Shape;125;p19"/>
          <p:cNvSpPr txBox="1">
            <a:spLocks noGrp="1"/>
          </p:cNvSpPr>
          <p:nvPr>
            <p:ph type="body" idx="1"/>
          </p:nvPr>
        </p:nvSpPr>
        <p:spPr>
          <a:xfrm>
            <a:off x="3356633" y="3135947"/>
            <a:ext cx="5478800" cy="19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31789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397923" algn="just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397923" algn="just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397923" algn="just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397923" algn="just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397923" algn="just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397923" algn="just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397923" algn="just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397923" algn="just" rtl="0">
              <a:spcBef>
                <a:spcPts val="2133"/>
              </a:spcBef>
              <a:spcAft>
                <a:spcPts val="2133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6" name="Google Shape;126;p19"/>
          <p:cNvSpPr txBox="1">
            <a:spLocks noGrp="1"/>
          </p:cNvSpPr>
          <p:nvPr>
            <p:ph type="title"/>
          </p:nvPr>
        </p:nvSpPr>
        <p:spPr>
          <a:xfrm>
            <a:off x="2250600" y="2028433"/>
            <a:ext cx="7690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79386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solidFill>
          <a:schemeClr val="accent5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title"/>
          </p:nvPr>
        </p:nvSpPr>
        <p:spPr>
          <a:xfrm>
            <a:off x="1149933" y="4557448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1"/>
          </p:nvPr>
        </p:nvSpPr>
        <p:spPr>
          <a:xfrm>
            <a:off x="565933" y="4879215"/>
            <a:ext cx="3519600" cy="10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title" idx="2"/>
          </p:nvPr>
        </p:nvSpPr>
        <p:spPr>
          <a:xfrm>
            <a:off x="8701007" y="4557448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3"/>
          </p:nvPr>
        </p:nvSpPr>
        <p:spPr>
          <a:xfrm>
            <a:off x="8117001" y="4879215"/>
            <a:ext cx="3519600" cy="10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title" idx="4"/>
          </p:nvPr>
        </p:nvSpPr>
        <p:spPr>
          <a:xfrm>
            <a:off x="4920200" y="4557448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5"/>
          </p:nvPr>
        </p:nvSpPr>
        <p:spPr>
          <a:xfrm>
            <a:off x="4336197" y="4879215"/>
            <a:ext cx="3519600" cy="10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title" idx="6"/>
          </p:nvPr>
        </p:nvSpPr>
        <p:spPr>
          <a:xfrm>
            <a:off x="2250600" y="707633"/>
            <a:ext cx="7690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44291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bg>
      <p:bgPr>
        <a:solidFill>
          <a:schemeClr val="accent5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-5400000">
            <a:off x="6981400" y="1724733"/>
            <a:ext cx="5233200" cy="5188000"/>
          </a:xfrm>
          <a:prstGeom prst="rtTriangle">
            <a:avLst/>
          </a:prstGeom>
          <a:solidFill>
            <a:srgbClr val="68686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7" name="Google Shape;137;p21"/>
          <p:cNvSpPr/>
          <p:nvPr/>
        </p:nvSpPr>
        <p:spPr>
          <a:xfrm rot="10800000" flipH="1">
            <a:off x="50500" y="200"/>
            <a:ext cx="12141600" cy="5959600"/>
          </a:xfrm>
          <a:prstGeom prst="triangle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8" name="Google Shape;138;p21"/>
          <p:cNvSpPr/>
          <p:nvPr/>
        </p:nvSpPr>
        <p:spPr>
          <a:xfrm flipH="1">
            <a:off x="4774400" y="1849700"/>
            <a:ext cx="12739200" cy="6479600"/>
          </a:xfrm>
          <a:prstGeom prst="triangle">
            <a:avLst>
              <a:gd name="adj" fmla="val 49428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" name="Google Shape;139;p21"/>
          <p:cNvSpPr txBox="1">
            <a:spLocks noGrp="1"/>
          </p:cNvSpPr>
          <p:nvPr>
            <p:ph type="ctrTitle"/>
          </p:nvPr>
        </p:nvSpPr>
        <p:spPr>
          <a:xfrm>
            <a:off x="2254400" y="1642733"/>
            <a:ext cx="7683200" cy="7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10666"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1"/>
          </p:nvPr>
        </p:nvSpPr>
        <p:spPr>
          <a:xfrm>
            <a:off x="4078400" y="2497823"/>
            <a:ext cx="4035200" cy="133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60663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Title and text 5">
    <p:bg>
      <p:bgPr>
        <a:solidFill>
          <a:schemeClr val="accent6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/>
          <p:nvPr/>
        </p:nvSpPr>
        <p:spPr>
          <a:xfrm rot="5400000">
            <a:off x="-4587067" y="-1063800"/>
            <a:ext cx="17676800" cy="8985600"/>
          </a:xfrm>
          <a:prstGeom prst="triangle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3" name="Google Shape;143;p22"/>
          <p:cNvSpPr/>
          <p:nvPr/>
        </p:nvSpPr>
        <p:spPr>
          <a:xfrm rot="-5400000">
            <a:off x="5865300" y="-493733"/>
            <a:ext cx="7688000" cy="74548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4" name="Google Shape;144;p22"/>
          <p:cNvSpPr txBox="1">
            <a:spLocks noGrp="1"/>
          </p:cNvSpPr>
          <p:nvPr>
            <p:ph type="ctrTitle"/>
          </p:nvPr>
        </p:nvSpPr>
        <p:spPr>
          <a:xfrm>
            <a:off x="950967" y="2229967"/>
            <a:ext cx="4035200" cy="7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4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10666"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950967" y="3296005"/>
            <a:ext cx="4035200" cy="133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46" name="Google Shape;146;p22"/>
          <p:cNvSpPr/>
          <p:nvPr/>
        </p:nvSpPr>
        <p:spPr>
          <a:xfrm rot="-2700000">
            <a:off x="5344497" y="-6021020"/>
            <a:ext cx="7688231" cy="7454603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47" name="Google Shape;147;p22"/>
          <p:cNvCxnSpPr/>
          <p:nvPr/>
        </p:nvCxnSpPr>
        <p:spPr>
          <a:xfrm rot="10800000" flipH="1">
            <a:off x="6083400" y="-272100"/>
            <a:ext cx="8013600" cy="8242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97930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Title and text 6">
    <p:bg>
      <p:bgPr>
        <a:solidFill>
          <a:schemeClr val="accent5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>
            <a:off x="5386633" y="2993717"/>
            <a:ext cx="5854400" cy="8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50" name="Google Shape;150;p23"/>
          <p:cNvSpPr txBox="1">
            <a:spLocks noGrp="1"/>
          </p:cNvSpPr>
          <p:nvPr>
            <p:ph type="title"/>
          </p:nvPr>
        </p:nvSpPr>
        <p:spPr>
          <a:xfrm>
            <a:off x="5557333" y="1284100"/>
            <a:ext cx="5683600" cy="12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80395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">
  <p:cSld name="Title and text 7">
    <p:bg>
      <p:bgPr>
        <a:solidFill>
          <a:schemeClr val="accent5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/>
          <p:nvPr/>
        </p:nvSpPr>
        <p:spPr>
          <a:xfrm>
            <a:off x="0" y="0"/>
            <a:ext cx="57972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53" name="Google Shape;153;p24"/>
          <p:cNvSpPr txBox="1">
            <a:spLocks noGrp="1"/>
          </p:cNvSpPr>
          <p:nvPr>
            <p:ph type="title"/>
          </p:nvPr>
        </p:nvSpPr>
        <p:spPr>
          <a:xfrm>
            <a:off x="6698913" y="1920267"/>
            <a:ext cx="45344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54" name="Google Shape;154;p24"/>
          <p:cNvSpPr txBox="1">
            <a:spLocks noGrp="1"/>
          </p:cNvSpPr>
          <p:nvPr>
            <p:ph type="subTitle" idx="1"/>
          </p:nvPr>
        </p:nvSpPr>
        <p:spPr>
          <a:xfrm>
            <a:off x="6698913" y="3017733"/>
            <a:ext cx="4534400" cy="17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867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335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8">
  <p:cSld name="Title and text 8">
    <p:bg>
      <p:bgPr>
        <a:solidFill>
          <a:schemeClr val="dk1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body" idx="1"/>
          </p:nvPr>
        </p:nvSpPr>
        <p:spPr>
          <a:xfrm>
            <a:off x="950967" y="3130456"/>
            <a:ext cx="5478800" cy="19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31789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397923" rtl="0">
              <a:spcBef>
                <a:spcPts val="2133"/>
              </a:spcBef>
              <a:spcAft>
                <a:spcPts val="2133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57" name="Google Shape;157;p25"/>
          <p:cNvSpPr txBox="1">
            <a:spLocks noGrp="1"/>
          </p:cNvSpPr>
          <p:nvPr>
            <p:ph type="title"/>
          </p:nvPr>
        </p:nvSpPr>
        <p:spPr>
          <a:xfrm>
            <a:off x="950967" y="2028433"/>
            <a:ext cx="547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58" name="Google Shape;158;p25"/>
          <p:cNvSpPr/>
          <p:nvPr/>
        </p:nvSpPr>
        <p:spPr>
          <a:xfrm rot="5400000">
            <a:off x="-1014683" y="-1054016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59" name="Google Shape;159;p25"/>
          <p:cNvSpPr/>
          <p:nvPr/>
        </p:nvSpPr>
        <p:spPr>
          <a:xfrm rot="5400000">
            <a:off x="-1141683" y="-1346116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60" name="Google Shape;160;p25"/>
          <p:cNvSpPr/>
          <p:nvPr/>
        </p:nvSpPr>
        <p:spPr>
          <a:xfrm rot="-5400000">
            <a:off x="3862467" y="384000"/>
            <a:ext cx="13521600" cy="60900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4058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9">
  <p:cSld name="Title and text 9">
    <p:bg>
      <p:bgPr>
        <a:solidFill>
          <a:schemeClr val="accent6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/>
          <p:nvPr/>
        </p:nvSpPr>
        <p:spPr>
          <a:xfrm rot="10800000" flipH="1">
            <a:off x="-3186800" y="-136633"/>
            <a:ext cx="18516000" cy="8763200"/>
          </a:xfrm>
          <a:prstGeom prst="triangle">
            <a:avLst>
              <a:gd name="adj" fmla="val 4985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3" name="Google Shape;163;p26"/>
          <p:cNvSpPr/>
          <p:nvPr/>
        </p:nvSpPr>
        <p:spPr>
          <a:xfrm>
            <a:off x="-7015935" y="2060167"/>
            <a:ext cx="9380800" cy="43696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1"/>
          </p:nvPr>
        </p:nvSpPr>
        <p:spPr>
          <a:xfrm>
            <a:off x="3245700" y="4177652"/>
            <a:ext cx="5700400" cy="6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3178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397923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397923" rtl="0">
              <a:spcBef>
                <a:spcPts val="2133"/>
              </a:spcBef>
              <a:spcAft>
                <a:spcPts val="2133"/>
              </a:spcAft>
              <a:buClr>
                <a:srgbClr val="000000"/>
              </a:buClr>
              <a:buSzPts val="1100"/>
              <a:buFont typeface="Montserrat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301600" y="2241933"/>
            <a:ext cx="7588800" cy="17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10666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66" name="Google Shape;166;p26"/>
          <p:cNvSpPr/>
          <p:nvPr/>
        </p:nvSpPr>
        <p:spPr>
          <a:xfrm rot="10800000">
            <a:off x="9225833" y="-9841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67" name="Google Shape;167;p26"/>
          <p:cNvSpPr/>
          <p:nvPr/>
        </p:nvSpPr>
        <p:spPr>
          <a:xfrm rot="10800000">
            <a:off x="9416333" y="-1060367"/>
            <a:ext cx="4541200" cy="44032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45905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 and text 4">
    <p:bg>
      <p:bgPr>
        <a:solidFill>
          <a:schemeClr val="dk1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7"/>
          <p:cNvSpPr/>
          <p:nvPr/>
        </p:nvSpPr>
        <p:spPr>
          <a:xfrm rot="-5400000">
            <a:off x="9759233" y="4304400"/>
            <a:ext cx="2816800" cy="2731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0" name="Google Shape;170;p27"/>
          <p:cNvSpPr/>
          <p:nvPr/>
        </p:nvSpPr>
        <p:spPr>
          <a:xfrm>
            <a:off x="-692867" y="31824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71" name="Google Shape;171;p27"/>
          <p:cNvSpPr/>
          <p:nvPr/>
        </p:nvSpPr>
        <p:spPr>
          <a:xfrm>
            <a:off x="-984967" y="3309467"/>
            <a:ext cx="4541200" cy="44032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72" name="Google Shape;172;p27"/>
          <p:cNvSpPr/>
          <p:nvPr/>
        </p:nvSpPr>
        <p:spPr>
          <a:xfrm rot="10800000">
            <a:off x="8970433" y="-1220733"/>
            <a:ext cx="4541200" cy="44032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73" name="Google Shape;173;p27"/>
          <p:cNvSpPr/>
          <p:nvPr/>
        </p:nvSpPr>
        <p:spPr>
          <a:xfrm rot="5400000">
            <a:off x="-349967" y="-2519833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950968" y="2393917"/>
            <a:ext cx="45344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667"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950967" y="3506875"/>
            <a:ext cx="4534400" cy="56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3584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1">
  <p:cSld name="Main point 1">
    <p:bg>
      <p:bgPr>
        <a:solidFill>
          <a:schemeClr val="accent6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/>
          <p:nvPr/>
        </p:nvSpPr>
        <p:spPr>
          <a:xfrm rot="-5400000">
            <a:off x="6190588" y="-2231145"/>
            <a:ext cx="10246800" cy="9935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78" name="Google Shape;178;p28"/>
          <p:cNvSpPr/>
          <p:nvPr/>
        </p:nvSpPr>
        <p:spPr>
          <a:xfrm rot="-5400000" flipH="1">
            <a:off x="3788733" y="384067"/>
            <a:ext cx="13521600" cy="6090000"/>
          </a:xfrm>
          <a:prstGeom prst="triangle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9" name="Google Shape;179;p28"/>
          <p:cNvSpPr txBox="1">
            <a:spLocks noGrp="1"/>
          </p:cNvSpPr>
          <p:nvPr>
            <p:ph type="title"/>
          </p:nvPr>
        </p:nvSpPr>
        <p:spPr>
          <a:xfrm>
            <a:off x="950967" y="2169533"/>
            <a:ext cx="6212400" cy="25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8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80" name="Google Shape;180;p28"/>
          <p:cNvSpPr/>
          <p:nvPr/>
        </p:nvSpPr>
        <p:spPr>
          <a:xfrm rot="5400000">
            <a:off x="-454949" y="-1050849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81" name="Google Shape;181;p28"/>
          <p:cNvSpPr/>
          <p:nvPr/>
        </p:nvSpPr>
        <p:spPr>
          <a:xfrm rot="5400000">
            <a:off x="-581949" y="-1342949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82" name="Google Shape;182;p28"/>
          <p:cNvSpPr/>
          <p:nvPr/>
        </p:nvSpPr>
        <p:spPr>
          <a:xfrm flipH="1">
            <a:off x="7211633" y="6015767"/>
            <a:ext cx="4611200" cy="2565200"/>
          </a:xfrm>
          <a:prstGeom prst="triangle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819305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solidFill>
          <a:schemeClr val="accent5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>
            <a:spLocks noGrp="1"/>
          </p:cNvSpPr>
          <p:nvPr>
            <p:ph type="title"/>
          </p:nvPr>
        </p:nvSpPr>
        <p:spPr>
          <a:xfrm>
            <a:off x="1759432" y="26815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85" name="Google Shape;185;p29"/>
          <p:cNvSpPr txBox="1">
            <a:spLocks noGrp="1"/>
          </p:cNvSpPr>
          <p:nvPr>
            <p:ph type="subTitle" idx="1"/>
          </p:nvPr>
        </p:nvSpPr>
        <p:spPr>
          <a:xfrm>
            <a:off x="1759435" y="3048767"/>
            <a:ext cx="2962000" cy="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86" name="Google Shape;186;p29"/>
          <p:cNvSpPr txBox="1">
            <a:spLocks noGrp="1"/>
          </p:cNvSpPr>
          <p:nvPr>
            <p:ph type="title" idx="2"/>
          </p:nvPr>
        </p:nvSpPr>
        <p:spPr>
          <a:xfrm>
            <a:off x="6241864" y="26817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87" name="Google Shape;187;p29"/>
          <p:cNvSpPr txBox="1">
            <a:spLocks noGrp="1"/>
          </p:cNvSpPr>
          <p:nvPr>
            <p:ph type="subTitle" idx="3"/>
          </p:nvPr>
        </p:nvSpPr>
        <p:spPr>
          <a:xfrm>
            <a:off x="6241835" y="3046733"/>
            <a:ext cx="2962000" cy="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88" name="Google Shape;188;p29"/>
          <p:cNvSpPr txBox="1">
            <a:spLocks noGrp="1"/>
          </p:cNvSpPr>
          <p:nvPr>
            <p:ph type="title" idx="4"/>
          </p:nvPr>
        </p:nvSpPr>
        <p:spPr>
          <a:xfrm>
            <a:off x="3214599" y="43579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89" name="Google Shape;189;p29"/>
          <p:cNvSpPr txBox="1">
            <a:spLocks noGrp="1"/>
          </p:cNvSpPr>
          <p:nvPr>
            <p:ph type="subTitle" idx="5"/>
          </p:nvPr>
        </p:nvSpPr>
        <p:spPr>
          <a:xfrm>
            <a:off x="3214601" y="4725167"/>
            <a:ext cx="2962000" cy="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90" name="Google Shape;190;p29"/>
          <p:cNvSpPr txBox="1">
            <a:spLocks noGrp="1"/>
          </p:cNvSpPr>
          <p:nvPr>
            <p:ph type="title" idx="6"/>
          </p:nvPr>
        </p:nvSpPr>
        <p:spPr>
          <a:xfrm>
            <a:off x="7697031" y="43581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91" name="Google Shape;191;p29"/>
          <p:cNvSpPr txBox="1">
            <a:spLocks noGrp="1"/>
          </p:cNvSpPr>
          <p:nvPr>
            <p:ph type="subTitle" idx="7"/>
          </p:nvPr>
        </p:nvSpPr>
        <p:spPr>
          <a:xfrm>
            <a:off x="7697000" y="4723133"/>
            <a:ext cx="2962000" cy="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192" name="Google Shape;192;p29"/>
          <p:cNvSpPr/>
          <p:nvPr/>
        </p:nvSpPr>
        <p:spPr>
          <a:xfrm rot="-5400000">
            <a:off x="9759233" y="4304400"/>
            <a:ext cx="2816800" cy="2731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3" name="Google Shape;193;p29"/>
          <p:cNvSpPr/>
          <p:nvPr/>
        </p:nvSpPr>
        <p:spPr>
          <a:xfrm>
            <a:off x="-692867" y="31824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94" name="Google Shape;194;p29"/>
          <p:cNvSpPr/>
          <p:nvPr/>
        </p:nvSpPr>
        <p:spPr>
          <a:xfrm>
            <a:off x="-984967" y="3309467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95" name="Google Shape;195;p29"/>
          <p:cNvSpPr/>
          <p:nvPr/>
        </p:nvSpPr>
        <p:spPr>
          <a:xfrm rot="10800000">
            <a:off x="8970433" y="-12207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96" name="Google Shape;196;p29"/>
          <p:cNvSpPr/>
          <p:nvPr/>
        </p:nvSpPr>
        <p:spPr>
          <a:xfrm rot="5400000">
            <a:off x="-349967" y="-2519833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</p:txBody>
      </p:sp>
      <p:sp>
        <p:nvSpPr>
          <p:cNvPr id="197" name="Google Shape;197;p29"/>
          <p:cNvSpPr txBox="1">
            <a:spLocks noGrp="1"/>
          </p:cNvSpPr>
          <p:nvPr>
            <p:ph type="title" idx="8"/>
          </p:nvPr>
        </p:nvSpPr>
        <p:spPr>
          <a:xfrm>
            <a:off x="950967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75437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bg>
      <p:bgPr>
        <a:solidFill>
          <a:schemeClr val="accent5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>
            <a:spLocks noGrp="1"/>
          </p:cNvSpPr>
          <p:nvPr>
            <p:ph type="title"/>
          </p:nvPr>
        </p:nvSpPr>
        <p:spPr>
          <a:xfrm>
            <a:off x="1844800" y="3076600"/>
            <a:ext cx="85024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00" name="Google Shape;200;p30"/>
          <p:cNvSpPr txBox="1">
            <a:spLocks noGrp="1"/>
          </p:cNvSpPr>
          <p:nvPr>
            <p:ph type="title" idx="2"/>
          </p:nvPr>
        </p:nvSpPr>
        <p:spPr>
          <a:xfrm>
            <a:off x="1494500" y="11993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01" name="Google Shape;201;p30"/>
          <p:cNvSpPr txBox="1">
            <a:spLocks noGrp="1"/>
          </p:cNvSpPr>
          <p:nvPr>
            <p:ph type="subTitle" idx="1"/>
          </p:nvPr>
        </p:nvSpPr>
        <p:spPr>
          <a:xfrm>
            <a:off x="978900" y="1555832"/>
            <a:ext cx="3643600" cy="10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 idx="3"/>
          </p:nvPr>
        </p:nvSpPr>
        <p:spPr>
          <a:xfrm>
            <a:off x="1494500" y="46373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03" name="Google Shape;203;p30"/>
          <p:cNvSpPr txBox="1">
            <a:spLocks noGrp="1"/>
          </p:cNvSpPr>
          <p:nvPr>
            <p:ph type="subTitle" idx="4"/>
          </p:nvPr>
        </p:nvSpPr>
        <p:spPr>
          <a:xfrm>
            <a:off x="978900" y="4997087"/>
            <a:ext cx="3643600" cy="10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04" name="Google Shape;204;p30"/>
          <p:cNvSpPr txBox="1">
            <a:spLocks noGrp="1"/>
          </p:cNvSpPr>
          <p:nvPr>
            <p:ph type="title" idx="5"/>
          </p:nvPr>
        </p:nvSpPr>
        <p:spPr>
          <a:xfrm>
            <a:off x="8085128" y="11993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05" name="Google Shape;205;p30"/>
          <p:cNvSpPr txBox="1">
            <a:spLocks noGrp="1"/>
          </p:cNvSpPr>
          <p:nvPr>
            <p:ph type="subTitle" idx="6"/>
          </p:nvPr>
        </p:nvSpPr>
        <p:spPr>
          <a:xfrm>
            <a:off x="7569533" y="1555832"/>
            <a:ext cx="3643600" cy="10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06" name="Google Shape;206;p30"/>
          <p:cNvSpPr txBox="1">
            <a:spLocks noGrp="1"/>
          </p:cNvSpPr>
          <p:nvPr>
            <p:ph type="title" idx="7"/>
          </p:nvPr>
        </p:nvSpPr>
        <p:spPr>
          <a:xfrm>
            <a:off x="8085128" y="4637500"/>
            <a:ext cx="2612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07" name="Google Shape;207;p30"/>
          <p:cNvSpPr txBox="1">
            <a:spLocks noGrp="1"/>
          </p:cNvSpPr>
          <p:nvPr>
            <p:ph type="subTitle" idx="8"/>
          </p:nvPr>
        </p:nvSpPr>
        <p:spPr>
          <a:xfrm>
            <a:off x="7569533" y="4994784"/>
            <a:ext cx="3643600" cy="10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9530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bg>
      <p:bgPr>
        <a:solidFill>
          <a:schemeClr val="accent5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1"/>
          <p:cNvSpPr txBox="1">
            <a:spLocks noGrp="1"/>
          </p:cNvSpPr>
          <p:nvPr>
            <p:ph type="title"/>
          </p:nvPr>
        </p:nvSpPr>
        <p:spPr>
          <a:xfrm>
            <a:off x="2741587" y="2765733"/>
            <a:ext cx="2969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10" name="Google Shape;210;p31"/>
          <p:cNvSpPr txBox="1">
            <a:spLocks noGrp="1"/>
          </p:cNvSpPr>
          <p:nvPr>
            <p:ph type="subTitle" idx="1"/>
          </p:nvPr>
        </p:nvSpPr>
        <p:spPr>
          <a:xfrm>
            <a:off x="2741589" y="3109900"/>
            <a:ext cx="2969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11" name="Google Shape;211;p31"/>
          <p:cNvSpPr txBox="1">
            <a:spLocks noGrp="1"/>
          </p:cNvSpPr>
          <p:nvPr>
            <p:ph type="title" idx="2"/>
          </p:nvPr>
        </p:nvSpPr>
        <p:spPr>
          <a:xfrm>
            <a:off x="2741587" y="4537232"/>
            <a:ext cx="2969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12" name="Google Shape;212;p31"/>
          <p:cNvSpPr txBox="1">
            <a:spLocks noGrp="1"/>
          </p:cNvSpPr>
          <p:nvPr>
            <p:ph type="subTitle" idx="3"/>
          </p:nvPr>
        </p:nvSpPr>
        <p:spPr>
          <a:xfrm>
            <a:off x="2741589" y="4881400"/>
            <a:ext cx="2969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13" name="Google Shape;213;p31"/>
          <p:cNvSpPr txBox="1">
            <a:spLocks noGrp="1"/>
          </p:cNvSpPr>
          <p:nvPr>
            <p:ph type="title" idx="4"/>
          </p:nvPr>
        </p:nvSpPr>
        <p:spPr>
          <a:xfrm>
            <a:off x="7259552" y="2765733"/>
            <a:ext cx="2969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5"/>
          </p:nvPr>
        </p:nvSpPr>
        <p:spPr>
          <a:xfrm>
            <a:off x="7259552" y="3109900"/>
            <a:ext cx="2969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title" idx="6"/>
          </p:nvPr>
        </p:nvSpPr>
        <p:spPr>
          <a:xfrm>
            <a:off x="7259552" y="4537233"/>
            <a:ext cx="2969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subTitle" idx="7"/>
          </p:nvPr>
        </p:nvSpPr>
        <p:spPr>
          <a:xfrm>
            <a:off x="7259552" y="4881400"/>
            <a:ext cx="2969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-1949767" y="31824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18" name="Google Shape;218;p31"/>
          <p:cNvSpPr/>
          <p:nvPr/>
        </p:nvSpPr>
        <p:spPr>
          <a:xfrm>
            <a:off x="-2241867" y="3309467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19" name="Google Shape;219;p31"/>
          <p:cNvSpPr/>
          <p:nvPr/>
        </p:nvSpPr>
        <p:spPr>
          <a:xfrm rot="10800000">
            <a:off x="8177033" y="-12207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20" name="Google Shape;220;p31"/>
          <p:cNvSpPr txBox="1">
            <a:spLocks noGrp="1"/>
          </p:cNvSpPr>
          <p:nvPr>
            <p:ph type="title" idx="8"/>
          </p:nvPr>
        </p:nvSpPr>
        <p:spPr>
          <a:xfrm>
            <a:off x="955400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67076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bg>
      <p:bgPr>
        <a:solidFill>
          <a:srgbClr val="191919">
            <a:alpha val="0"/>
          </a:srgbClr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950967" y="4466300"/>
            <a:ext cx="2461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950967" y="4810463"/>
            <a:ext cx="2461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24" name="Google Shape;224;p32"/>
          <p:cNvSpPr/>
          <p:nvPr/>
        </p:nvSpPr>
        <p:spPr>
          <a:xfrm flipH="1">
            <a:off x="9338833" y="33729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</p:txBody>
      </p:sp>
      <p:sp>
        <p:nvSpPr>
          <p:cNvPr id="225" name="Google Shape;225;p32"/>
          <p:cNvSpPr/>
          <p:nvPr/>
        </p:nvSpPr>
        <p:spPr>
          <a:xfrm flipH="1">
            <a:off x="9592833" y="3538067"/>
            <a:ext cx="4541200" cy="440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</p:txBody>
      </p:sp>
      <p:sp>
        <p:nvSpPr>
          <p:cNvPr id="226" name="Google Shape;226;p32"/>
          <p:cNvSpPr/>
          <p:nvPr/>
        </p:nvSpPr>
        <p:spPr>
          <a:xfrm rot="10800000" flipH="1">
            <a:off x="-1016567" y="-12207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27" name="Google Shape;227;p32"/>
          <p:cNvSpPr/>
          <p:nvPr/>
        </p:nvSpPr>
        <p:spPr>
          <a:xfrm rot="10800000" flipH="1">
            <a:off x="-2241867" y="-20301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28" name="Google Shape;228;p32"/>
          <p:cNvSpPr txBox="1">
            <a:spLocks noGrp="1"/>
          </p:cNvSpPr>
          <p:nvPr>
            <p:ph type="title" idx="2"/>
          </p:nvPr>
        </p:nvSpPr>
        <p:spPr>
          <a:xfrm>
            <a:off x="3560477" y="4466300"/>
            <a:ext cx="2461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29" name="Google Shape;229;p32"/>
          <p:cNvSpPr txBox="1">
            <a:spLocks noGrp="1"/>
          </p:cNvSpPr>
          <p:nvPr>
            <p:ph type="subTitle" idx="3"/>
          </p:nvPr>
        </p:nvSpPr>
        <p:spPr>
          <a:xfrm>
            <a:off x="3560477" y="4810463"/>
            <a:ext cx="2461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30" name="Google Shape;230;p32"/>
          <p:cNvSpPr txBox="1">
            <a:spLocks noGrp="1"/>
          </p:cNvSpPr>
          <p:nvPr>
            <p:ph type="title" idx="4"/>
          </p:nvPr>
        </p:nvSpPr>
        <p:spPr>
          <a:xfrm>
            <a:off x="6169988" y="4466300"/>
            <a:ext cx="2461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31" name="Google Shape;231;p32"/>
          <p:cNvSpPr txBox="1">
            <a:spLocks noGrp="1"/>
          </p:cNvSpPr>
          <p:nvPr>
            <p:ph type="subTitle" idx="5"/>
          </p:nvPr>
        </p:nvSpPr>
        <p:spPr>
          <a:xfrm>
            <a:off x="6169988" y="4810463"/>
            <a:ext cx="2461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32" name="Google Shape;232;p32"/>
          <p:cNvSpPr txBox="1">
            <a:spLocks noGrp="1"/>
          </p:cNvSpPr>
          <p:nvPr>
            <p:ph type="title" idx="6"/>
          </p:nvPr>
        </p:nvSpPr>
        <p:spPr>
          <a:xfrm>
            <a:off x="8779499" y="4466300"/>
            <a:ext cx="2461600" cy="4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33" name="Google Shape;233;p32"/>
          <p:cNvSpPr txBox="1">
            <a:spLocks noGrp="1"/>
          </p:cNvSpPr>
          <p:nvPr>
            <p:ph type="subTitle" idx="7"/>
          </p:nvPr>
        </p:nvSpPr>
        <p:spPr>
          <a:xfrm>
            <a:off x="8779499" y="4810463"/>
            <a:ext cx="2461600" cy="6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34" name="Google Shape;234;p32"/>
          <p:cNvSpPr txBox="1">
            <a:spLocks noGrp="1"/>
          </p:cNvSpPr>
          <p:nvPr>
            <p:ph type="title" idx="8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59161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bg>
      <p:bgPr>
        <a:solidFill>
          <a:schemeClr val="dk1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4"/>
          <p:cNvSpPr/>
          <p:nvPr/>
        </p:nvSpPr>
        <p:spPr>
          <a:xfrm>
            <a:off x="3225700" y="950397"/>
            <a:ext cx="11574400" cy="60092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5" name="Google Shape;245;p34"/>
          <p:cNvSpPr/>
          <p:nvPr/>
        </p:nvSpPr>
        <p:spPr>
          <a:xfrm rot="10800000">
            <a:off x="-2608100" y="-101603"/>
            <a:ext cx="11574400" cy="60092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6" name="Google Shape;246;p34"/>
          <p:cNvSpPr txBox="1">
            <a:spLocks noGrp="1"/>
          </p:cNvSpPr>
          <p:nvPr>
            <p:ph type="subTitle" idx="1"/>
          </p:nvPr>
        </p:nvSpPr>
        <p:spPr>
          <a:xfrm>
            <a:off x="1116800" y="1818545"/>
            <a:ext cx="4134400" cy="13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47" name="Google Shape;247;p34"/>
          <p:cNvSpPr txBox="1">
            <a:spLocks noGrp="1"/>
          </p:cNvSpPr>
          <p:nvPr>
            <p:ph type="subTitle" idx="2"/>
          </p:nvPr>
        </p:nvSpPr>
        <p:spPr>
          <a:xfrm>
            <a:off x="6939164" y="4704727"/>
            <a:ext cx="4134400" cy="13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cxnSp>
        <p:nvCxnSpPr>
          <p:cNvPr id="248" name="Google Shape;248;p34"/>
          <p:cNvCxnSpPr/>
          <p:nvPr/>
        </p:nvCxnSpPr>
        <p:spPr>
          <a:xfrm>
            <a:off x="-1834333" y="3233164"/>
            <a:ext cx="4106000" cy="4236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9" name="Google Shape;249;p34"/>
          <p:cNvCxnSpPr/>
          <p:nvPr/>
        </p:nvCxnSpPr>
        <p:spPr>
          <a:xfrm>
            <a:off x="10451667" y="-83603"/>
            <a:ext cx="4106000" cy="4236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34"/>
          <p:cNvSpPr txBox="1">
            <a:spLocks noGrp="1"/>
          </p:cNvSpPr>
          <p:nvPr>
            <p:ph type="title"/>
          </p:nvPr>
        </p:nvSpPr>
        <p:spPr>
          <a:xfrm>
            <a:off x="6939164" y="3606200"/>
            <a:ext cx="41344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51" name="Google Shape;251;p34"/>
          <p:cNvSpPr txBox="1">
            <a:spLocks noGrp="1"/>
          </p:cNvSpPr>
          <p:nvPr>
            <p:ph type="title" idx="3"/>
          </p:nvPr>
        </p:nvSpPr>
        <p:spPr>
          <a:xfrm>
            <a:off x="1116800" y="707633"/>
            <a:ext cx="41344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578650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bg>
      <p:bgPr>
        <a:solidFill>
          <a:schemeClr val="accent5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5"/>
          <p:cNvSpPr txBox="1">
            <a:spLocks noGrp="1"/>
          </p:cNvSpPr>
          <p:nvPr>
            <p:ph type="title"/>
          </p:nvPr>
        </p:nvSpPr>
        <p:spPr>
          <a:xfrm>
            <a:off x="1569100" y="2877533"/>
            <a:ext cx="1998800" cy="54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54" name="Google Shape;254;p35"/>
          <p:cNvSpPr txBox="1">
            <a:spLocks noGrp="1"/>
          </p:cNvSpPr>
          <p:nvPr>
            <p:ph type="subTitle" idx="1"/>
          </p:nvPr>
        </p:nvSpPr>
        <p:spPr>
          <a:xfrm>
            <a:off x="950967" y="3279000"/>
            <a:ext cx="3234800" cy="99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55" name="Google Shape;255;p35"/>
          <p:cNvSpPr txBox="1">
            <a:spLocks noGrp="1"/>
          </p:cNvSpPr>
          <p:nvPr>
            <p:ph type="title" idx="2"/>
          </p:nvPr>
        </p:nvSpPr>
        <p:spPr>
          <a:xfrm>
            <a:off x="8624265" y="2877533"/>
            <a:ext cx="1998800" cy="54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56" name="Google Shape;256;p35"/>
          <p:cNvSpPr txBox="1">
            <a:spLocks noGrp="1"/>
          </p:cNvSpPr>
          <p:nvPr>
            <p:ph type="subTitle" idx="3"/>
          </p:nvPr>
        </p:nvSpPr>
        <p:spPr>
          <a:xfrm>
            <a:off x="8006244" y="3279000"/>
            <a:ext cx="3234800" cy="99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57" name="Google Shape;257;p35"/>
          <p:cNvSpPr txBox="1">
            <a:spLocks noGrp="1"/>
          </p:cNvSpPr>
          <p:nvPr>
            <p:ph type="title" idx="4"/>
          </p:nvPr>
        </p:nvSpPr>
        <p:spPr>
          <a:xfrm>
            <a:off x="5096600" y="2877533"/>
            <a:ext cx="1998800" cy="54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58" name="Google Shape;258;p35"/>
          <p:cNvSpPr txBox="1">
            <a:spLocks noGrp="1"/>
          </p:cNvSpPr>
          <p:nvPr>
            <p:ph type="subTitle" idx="5"/>
          </p:nvPr>
        </p:nvSpPr>
        <p:spPr>
          <a:xfrm>
            <a:off x="4478600" y="3279000"/>
            <a:ext cx="3234800" cy="99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59" name="Google Shape;259;p35"/>
          <p:cNvSpPr/>
          <p:nvPr/>
        </p:nvSpPr>
        <p:spPr>
          <a:xfrm>
            <a:off x="4264600" y="5019555"/>
            <a:ext cx="3637200" cy="18884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60" name="Google Shape;260;p35"/>
          <p:cNvSpPr txBox="1">
            <a:spLocks noGrp="1"/>
          </p:cNvSpPr>
          <p:nvPr>
            <p:ph type="title" idx="6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59540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bg>
      <p:bgPr>
        <a:solidFill>
          <a:schemeClr val="accent5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6"/>
          <p:cNvSpPr txBox="1">
            <a:spLocks noGrp="1"/>
          </p:cNvSpPr>
          <p:nvPr>
            <p:ph type="body" idx="1"/>
          </p:nvPr>
        </p:nvSpPr>
        <p:spPr>
          <a:xfrm>
            <a:off x="2771767" y="5781033"/>
            <a:ext cx="6972400" cy="5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 algn="ctr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 algn="ctr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3" name="Google Shape;263;p36"/>
          <p:cNvSpPr txBox="1">
            <a:spLocks noGrp="1"/>
          </p:cNvSpPr>
          <p:nvPr>
            <p:ph type="title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64" name="Google Shape;264;p36"/>
          <p:cNvSpPr/>
          <p:nvPr/>
        </p:nvSpPr>
        <p:spPr>
          <a:xfrm>
            <a:off x="-692867" y="31824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65" name="Google Shape;265;p36"/>
          <p:cNvSpPr/>
          <p:nvPr/>
        </p:nvSpPr>
        <p:spPr>
          <a:xfrm>
            <a:off x="-984967" y="3309467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66" name="Google Shape;266;p36"/>
          <p:cNvSpPr/>
          <p:nvPr/>
        </p:nvSpPr>
        <p:spPr>
          <a:xfrm rot="10800000">
            <a:off x="8970433" y="-12207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67" name="Google Shape;267;p36"/>
          <p:cNvSpPr/>
          <p:nvPr/>
        </p:nvSpPr>
        <p:spPr>
          <a:xfrm rot="10800000">
            <a:off x="6790333" y="-20301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98028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solidFill>
          <a:schemeClr val="accent5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7"/>
          <p:cNvSpPr txBox="1">
            <a:spLocks noGrp="1"/>
          </p:cNvSpPr>
          <p:nvPr>
            <p:ph type="title"/>
          </p:nvPr>
        </p:nvSpPr>
        <p:spPr>
          <a:xfrm>
            <a:off x="1275167" y="4737412"/>
            <a:ext cx="221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70" name="Google Shape;270;p37"/>
          <p:cNvSpPr txBox="1">
            <a:spLocks noGrp="1"/>
          </p:cNvSpPr>
          <p:nvPr>
            <p:ph type="subTitle" idx="1"/>
          </p:nvPr>
        </p:nvSpPr>
        <p:spPr>
          <a:xfrm>
            <a:off x="950967" y="5104007"/>
            <a:ext cx="2860000" cy="9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71" name="Google Shape;271;p37"/>
          <p:cNvSpPr txBox="1">
            <a:spLocks noGrp="1"/>
          </p:cNvSpPr>
          <p:nvPr>
            <p:ph type="title" idx="2"/>
          </p:nvPr>
        </p:nvSpPr>
        <p:spPr>
          <a:xfrm>
            <a:off x="8705233" y="4737412"/>
            <a:ext cx="221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72" name="Google Shape;272;p37"/>
          <p:cNvSpPr txBox="1">
            <a:spLocks noGrp="1"/>
          </p:cNvSpPr>
          <p:nvPr>
            <p:ph type="subTitle" idx="3"/>
          </p:nvPr>
        </p:nvSpPr>
        <p:spPr>
          <a:xfrm>
            <a:off x="8407033" y="5104007"/>
            <a:ext cx="2860000" cy="9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73" name="Google Shape;273;p37"/>
          <p:cNvSpPr txBox="1">
            <a:spLocks noGrp="1"/>
          </p:cNvSpPr>
          <p:nvPr>
            <p:ph type="title" idx="4"/>
          </p:nvPr>
        </p:nvSpPr>
        <p:spPr>
          <a:xfrm>
            <a:off x="5003200" y="4737412"/>
            <a:ext cx="221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74" name="Google Shape;274;p37"/>
          <p:cNvSpPr txBox="1">
            <a:spLocks noGrp="1"/>
          </p:cNvSpPr>
          <p:nvPr>
            <p:ph type="subTitle" idx="5"/>
          </p:nvPr>
        </p:nvSpPr>
        <p:spPr>
          <a:xfrm>
            <a:off x="4679000" y="5104007"/>
            <a:ext cx="2860000" cy="9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75" name="Google Shape;275;p37"/>
          <p:cNvSpPr txBox="1">
            <a:spLocks noGrp="1"/>
          </p:cNvSpPr>
          <p:nvPr>
            <p:ph type="title" idx="6"/>
          </p:nvPr>
        </p:nvSpPr>
        <p:spPr>
          <a:xfrm>
            <a:off x="2250600" y="707633"/>
            <a:ext cx="7690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2018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">
  <p:cSld name="Title and six columns ">
    <p:bg>
      <p:bgPr>
        <a:solidFill>
          <a:schemeClr val="accent5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8"/>
          <p:cNvSpPr/>
          <p:nvPr/>
        </p:nvSpPr>
        <p:spPr>
          <a:xfrm>
            <a:off x="-4647467" y="2249333"/>
            <a:ext cx="9870800" cy="5058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78" name="Google Shape;278;p38"/>
          <p:cNvSpPr/>
          <p:nvPr/>
        </p:nvSpPr>
        <p:spPr>
          <a:xfrm>
            <a:off x="1039500" y="1911733"/>
            <a:ext cx="10316400" cy="422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79" name="Google Shape;279;p38"/>
          <p:cNvSpPr txBox="1">
            <a:spLocks noGrp="1"/>
          </p:cNvSpPr>
          <p:nvPr>
            <p:ph type="title"/>
          </p:nvPr>
        </p:nvSpPr>
        <p:spPr>
          <a:xfrm>
            <a:off x="1391705" y="2440767"/>
            <a:ext cx="25300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80" name="Google Shape;280;p38"/>
          <p:cNvSpPr txBox="1">
            <a:spLocks noGrp="1"/>
          </p:cNvSpPr>
          <p:nvPr>
            <p:ph type="subTitle" idx="1"/>
          </p:nvPr>
        </p:nvSpPr>
        <p:spPr>
          <a:xfrm>
            <a:off x="1412305" y="2853711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81" name="Google Shape;281;p38"/>
          <p:cNvSpPr txBox="1">
            <a:spLocks noGrp="1"/>
          </p:cNvSpPr>
          <p:nvPr>
            <p:ph type="title" idx="2"/>
          </p:nvPr>
        </p:nvSpPr>
        <p:spPr>
          <a:xfrm>
            <a:off x="1391705" y="4374468"/>
            <a:ext cx="25300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82" name="Google Shape;282;p38"/>
          <p:cNvSpPr txBox="1">
            <a:spLocks noGrp="1"/>
          </p:cNvSpPr>
          <p:nvPr>
            <p:ph type="subTitle" idx="3"/>
          </p:nvPr>
        </p:nvSpPr>
        <p:spPr>
          <a:xfrm>
            <a:off x="1412305" y="4819256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83" name="Google Shape;283;p38"/>
          <p:cNvSpPr txBox="1">
            <a:spLocks noGrp="1"/>
          </p:cNvSpPr>
          <p:nvPr>
            <p:ph type="title" idx="4"/>
          </p:nvPr>
        </p:nvSpPr>
        <p:spPr>
          <a:xfrm>
            <a:off x="4841813" y="2440767"/>
            <a:ext cx="25092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84" name="Google Shape;284;p38"/>
          <p:cNvSpPr txBox="1">
            <a:spLocks noGrp="1"/>
          </p:cNvSpPr>
          <p:nvPr>
            <p:ph type="subTitle" idx="5"/>
          </p:nvPr>
        </p:nvSpPr>
        <p:spPr>
          <a:xfrm>
            <a:off x="4852013" y="2853701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85" name="Google Shape;285;p38"/>
          <p:cNvSpPr txBox="1">
            <a:spLocks noGrp="1"/>
          </p:cNvSpPr>
          <p:nvPr>
            <p:ph type="title" idx="6"/>
          </p:nvPr>
        </p:nvSpPr>
        <p:spPr>
          <a:xfrm>
            <a:off x="4841813" y="4374468"/>
            <a:ext cx="25092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86" name="Google Shape;286;p38"/>
          <p:cNvSpPr txBox="1">
            <a:spLocks noGrp="1"/>
          </p:cNvSpPr>
          <p:nvPr>
            <p:ph type="subTitle" idx="7"/>
          </p:nvPr>
        </p:nvSpPr>
        <p:spPr>
          <a:xfrm>
            <a:off x="4852013" y="4819256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87" name="Google Shape;287;p38"/>
          <p:cNvSpPr txBox="1">
            <a:spLocks noGrp="1"/>
          </p:cNvSpPr>
          <p:nvPr>
            <p:ph type="title" idx="8"/>
          </p:nvPr>
        </p:nvSpPr>
        <p:spPr>
          <a:xfrm>
            <a:off x="8286836" y="2440767"/>
            <a:ext cx="25008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88" name="Google Shape;288;p38"/>
          <p:cNvSpPr txBox="1">
            <a:spLocks noGrp="1"/>
          </p:cNvSpPr>
          <p:nvPr>
            <p:ph type="subTitle" idx="9"/>
          </p:nvPr>
        </p:nvSpPr>
        <p:spPr>
          <a:xfrm>
            <a:off x="8292836" y="2853701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89" name="Google Shape;289;p38"/>
          <p:cNvSpPr txBox="1">
            <a:spLocks noGrp="1"/>
          </p:cNvSpPr>
          <p:nvPr>
            <p:ph type="title" idx="13"/>
          </p:nvPr>
        </p:nvSpPr>
        <p:spPr>
          <a:xfrm>
            <a:off x="8286836" y="4374468"/>
            <a:ext cx="25008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90" name="Google Shape;290;p38"/>
          <p:cNvSpPr txBox="1">
            <a:spLocks noGrp="1"/>
          </p:cNvSpPr>
          <p:nvPr>
            <p:ph type="subTitle" idx="14"/>
          </p:nvPr>
        </p:nvSpPr>
        <p:spPr>
          <a:xfrm>
            <a:off x="8292836" y="4819256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91" name="Google Shape;291;p38"/>
          <p:cNvSpPr txBox="1">
            <a:spLocks noGrp="1"/>
          </p:cNvSpPr>
          <p:nvPr>
            <p:ph type="title" idx="15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92314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Title and five columns">
    <p:bg>
      <p:bgPr>
        <a:solidFill>
          <a:schemeClr val="dk1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9"/>
          <p:cNvSpPr txBox="1">
            <a:spLocks noGrp="1"/>
          </p:cNvSpPr>
          <p:nvPr>
            <p:ph type="title"/>
          </p:nvPr>
        </p:nvSpPr>
        <p:spPr>
          <a:xfrm>
            <a:off x="1391705" y="4272868"/>
            <a:ext cx="25300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94" name="Google Shape;294;p39"/>
          <p:cNvSpPr txBox="1">
            <a:spLocks noGrp="1"/>
          </p:cNvSpPr>
          <p:nvPr>
            <p:ph type="subTitle" idx="1"/>
          </p:nvPr>
        </p:nvSpPr>
        <p:spPr>
          <a:xfrm>
            <a:off x="1412305" y="4717656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95" name="Google Shape;295;p39"/>
          <p:cNvSpPr txBox="1">
            <a:spLocks noGrp="1"/>
          </p:cNvSpPr>
          <p:nvPr>
            <p:ph type="title" idx="2"/>
          </p:nvPr>
        </p:nvSpPr>
        <p:spPr>
          <a:xfrm>
            <a:off x="3123089" y="2339167"/>
            <a:ext cx="25092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96" name="Google Shape;296;p39"/>
          <p:cNvSpPr txBox="1">
            <a:spLocks noGrp="1"/>
          </p:cNvSpPr>
          <p:nvPr>
            <p:ph type="subTitle" idx="3"/>
          </p:nvPr>
        </p:nvSpPr>
        <p:spPr>
          <a:xfrm>
            <a:off x="3133289" y="2752101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97" name="Google Shape;297;p39"/>
          <p:cNvSpPr txBox="1">
            <a:spLocks noGrp="1"/>
          </p:cNvSpPr>
          <p:nvPr>
            <p:ph type="title" idx="4"/>
          </p:nvPr>
        </p:nvSpPr>
        <p:spPr>
          <a:xfrm>
            <a:off x="4841813" y="4272868"/>
            <a:ext cx="25092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298" name="Google Shape;298;p39"/>
          <p:cNvSpPr txBox="1">
            <a:spLocks noGrp="1"/>
          </p:cNvSpPr>
          <p:nvPr>
            <p:ph type="subTitle" idx="5"/>
          </p:nvPr>
        </p:nvSpPr>
        <p:spPr>
          <a:xfrm>
            <a:off x="4852013" y="4717656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299" name="Google Shape;299;p39"/>
          <p:cNvSpPr txBox="1">
            <a:spLocks noGrp="1"/>
          </p:cNvSpPr>
          <p:nvPr>
            <p:ph type="title" idx="6"/>
          </p:nvPr>
        </p:nvSpPr>
        <p:spPr>
          <a:xfrm>
            <a:off x="6568111" y="2339167"/>
            <a:ext cx="25008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00" name="Google Shape;300;p39"/>
          <p:cNvSpPr txBox="1">
            <a:spLocks noGrp="1"/>
          </p:cNvSpPr>
          <p:nvPr>
            <p:ph type="subTitle" idx="7"/>
          </p:nvPr>
        </p:nvSpPr>
        <p:spPr>
          <a:xfrm>
            <a:off x="6574111" y="2752101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01" name="Google Shape;301;p39"/>
          <p:cNvSpPr txBox="1">
            <a:spLocks noGrp="1"/>
          </p:cNvSpPr>
          <p:nvPr>
            <p:ph type="title" idx="8"/>
          </p:nvPr>
        </p:nvSpPr>
        <p:spPr>
          <a:xfrm>
            <a:off x="8286836" y="4272868"/>
            <a:ext cx="2500800" cy="5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02" name="Google Shape;302;p39"/>
          <p:cNvSpPr txBox="1">
            <a:spLocks noGrp="1"/>
          </p:cNvSpPr>
          <p:nvPr>
            <p:ph type="subTitle" idx="9"/>
          </p:nvPr>
        </p:nvSpPr>
        <p:spPr>
          <a:xfrm>
            <a:off x="8292836" y="4717656"/>
            <a:ext cx="2488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03" name="Google Shape;303;p39"/>
          <p:cNvSpPr txBox="1">
            <a:spLocks noGrp="1"/>
          </p:cNvSpPr>
          <p:nvPr>
            <p:ph type="title" idx="13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29499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4">
  <p:cSld name="Title and three columns 4">
    <p:bg>
      <p:bgPr>
        <a:solidFill>
          <a:schemeClr val="accent5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0"/>
          <p:cNvSpPr/>
          <p:nvPr/>
        </p:nvSpPr>
        <p:spPr>
          <a:xfrm rot="10800000">
            <a:off x="7855800" y="-516133"/>
            <a:ext cx="7018800" cy="359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6" name="Google Shape;306;p40"/>
          <p:cNvSpPr/>
          <p:nvPr/>
        </p:nvSpPr>
        <p:spPr>
          <a:xfrm>
            <a:off x="-6922433" y="3080667"/>
            <a:ext cx="9870800" cy="5058800"/>
          </a:xfrm>
          <a:prstGeom prst="triangle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7" name="Google Shape;307;p40"/>
          <p:cNvSpPr txBox="1">
            <a:spLocks noGrp="1"/>
          </p:cNvSpPr>
          <p:nvPr>
            <p:ph type="title"/>
          </p:nvPr>
        </p:nvSpPr>
        <p:spPr>
          <a:xfrm>
            <a:off x="1149933" y="4432600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08" name="Google Shape;308;p40"/>
          <p:cNvSpPr txBox="1">
            <a:spLocks noGrp="1"/>
          </p:cNvSpPr>
          <p:nvPr>
            <p:ph type="subTitle" idx="1"/>
          </p:nvPr>
        </p:nvSpPr>
        <p:spPr>
          <a:xfrm>
            <a:off x="565933" y="4777615"/>
            <a:ext cx="3519600" cy="10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09" name="Google Shape;309;p40"/>
          <p:cNvSpPr txBox="1">
            <a:spLocks noGrp="1"/>
          </p:cNvSpPr>
          <p:nvPr>
            <p:ph type="title" idx="2"/>
          </p:nvPr>
        </p:nvSpPr>
        <p:spPr>
          <a:xfrm>
            <a:off x="8701007" y="4432600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10" name="Google Shape;310;p40"/>
          <p:cNvSpPr txBox="1">
            <a:spLocks noGrp="1"/>
          </p:cNvSpPr>
          <p:nvPr>
            <p:ph type="subTitle" idx="3"/>
          </p:nvPr>
        </p:nvSpPr>
        <p:spPr>
          <a:xfrm>
            <a:off x="8117001" y="4777615"/>
            <a:ext cx="3519600" cy="10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11" name="Google Shape;311;p40"/>
          <p:cNvSpPr txBox="1">
            <a:spLocks noGrp="1"/>
          </p:cNvSpPr>
          <p:nvPr>
            <p:ph type="title" idx="4"/>
          </p:nvPr>
        </p:nvSpPr>
        <p:spPr>
          <a:xfrm>
            <a:off x="4920200" y="4432600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12" name="Google Shape;312;p40"/>
          <p:cNvSpPr txBox="1">
            <a:spLocks noGrp="1"/>
          </p:cNvSpPr>
          <p:nvPr>
            <p:ph type="subTitle" idx="5"/>
          </p:nvPr>
        </p:nvSpPr>
        <p:spPr>
          <a:xfrm>
            <a:off x="4336197" y="4777615"/>
            <a:ext cx="3519600" cy="10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13" name="Google Shape;313;p40"/>
          <p:cNvSpPr txBox="1">
            <a:spLocks noGrp="1"/>
          </p:cNvSpPr>
          <p:nvPr>
            <p:ph type="title" idx="6"/>
          </p:nvPr>
        </p:nvSpPr>
        <p:spPr>
          <a:xfrm>
            <a:off x="2250600" y="707633"/>
            <a:ext cx="76908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44767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3">
  <p:cSld name="Title and three columns 3">
    <p:bg>
      <p:bgPr>
        <a:solidFill>
          <a:schemeClr val="accent5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1"/>
          <p:cNvSpPr/>
          <p:nvPr/>
        </p:nvSpPr>
        <p:spPr>
          <a:xfrm rot="5400000" flipH="1">
            <a:off x="-4226800" y="129233"/>
            <a:ext cx="14234800" cy="6410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6" name="Google Shape;316;p41"/>
          <p:cNvSpPr txBox="1">
            <a:spLocks noGrp="1"/>
          </p:cNvSpPr>
          <p:nvPr>
            <p:ph type="title"/>
          </p:nvPr>
        </p:nvSpPr>
        <p:spPr>
          <a:xfrm>
            <a:off x="7495800" y="1376300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17" name="Google Shape;317;p41"/>
          <p:cNvSpPr txBox="1">
            <a:spLocks noGrp="1"/>
          </p:cNvSpPr>
          <p:nvPr>
            <p:ph type="subTitle" idx="1"/>
          </p:nvPr>
        </p:nvSpPr>
        <p:spPr>
          <a:xfrm>
            <a:off x="7060800" y="1701500"/>
            <a:ext cx="3221600" cy="7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18" name="Google Shape;318;p41"/>
          <p:cNvSpPr txBox="1">
            <a:spLocks noGrp="1"/>
          </p:cNvSpPr>
          <p:nvPr>
            <p:ph type="title" idx="2"/>
          </p:nvPr>
        </p:nvSpPr>
        <p:spPr>
          <a:xfrm>
            <a:off x="950967" y="3039600"/>
            <a:ext cx="4438400" cy="7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19" name="Google Shape;319;p41"/>
          <p:cNvSpPr txBox="1">
            <a:spLocks noGrp="1"/>
          </p:cNvSpPr>
          <p:nvPr>
            <p:ph type="title" idx="3"/>
          </p:nvPr>
        </p:nvSpPr>
        <p:spPr>
          <a:xfrm>
            <a:off x="7495800" y="3281080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20" name="Google Shape;320;p41"/>
          <p:cNvSpPr txBox="1">
            <a:spLocks noGrp="1"/>
          </p:cNvSpPr>
          <p:nvPr>
            <p:ph type="subTitle" idx="4"/>
          </p:nvPr>
        </p:nvSpPr>
        <p:spPr>
          <a:xfrm>
            <a:off x="7060800" y="3612629"/>
            <a:ext cx="3221600" cy="7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21" name="Google Shape;321;p41"/>
          <p:cNvSpPr txBox="1">
            <a:spLocks noGrp="1"/>
          </p:cNvSpPr>
          <p:nvPr>
            <p:ph type="title" idx="5"/>
          </p:nvPr>
        </p:nvSpPr>
        <p:spPr>
          <a:xfrm>
            <a:off x="7495800" y="5169892"/>
            <a:ext cx="23516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22" name="Google Shape;322;p41"/>
          <p:cNvSpPr txBox="1">
            <a:spLocks noGrp="1"/>
          </p:cNvSpPr>
          <p:nvPr>
            <p:ph type="subTitle" idx="6"/>
          </p:nvPr>
        </p:nvSpPr>
        <p:spPr>
          <a:xfrm>
            <a:off x="7060800" y="5501443"/>
            <a:ext cx="3221600" cy="7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23" name="Google Shape;323;p41"/>
          <p:cNvSpPr/>
          <p:nvPr/>
        </p:nvSpPr>
        <p:spPr>
          <a:xfrm rot="10800000">
            <a:off x="9312167" y="-8191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4" name="Google Shape;324;p41"/>
          <p:cNvSpPr/>
          <p:nvPr/>
        </p:nvSpPr>
        <p:spPr>
          <a:xfrm rot="10800000">
            <a:off x="9392167" y="-946167"/>
            <a:ext cx="4541200" cy="440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5" name="Google Shape;325;p41"/>
          <p:cNvSpPr/>
          <p:nvPr/>
        </p:nvSpPr>
        <p:spPr>
          <a:xfrm flipH="1">
            <a:off x="10617867" y="5318167"/>
            <a:ext cx="1807200" cy="17524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6" name="Google Shape;326;p41"/>
          <p:cNvSpPr/>
          <p:nvPr/>
        </p:nvSpPr>
        <p:spPr>
          <a:xfrm>
            <a:off x="9784267" y="5674667"/>
            <a:ext cx="3884400" cy="18220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837571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solidFill>
          <a:schemeClr val="accent5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2"/>
          <p:cNvSpPr txBox="1">
            <a:spLocks noGrp="1"/>
          </p:cNvSpPr>
          <p:nvPr>
            <p:ph type="title"/>
          </p:nvPr>
        </p:nvSpPr>
        <p:spPr>
          <a:xfrm>
            <a:off x="5680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29" name="Google Shape;329;p42"/>
          <p:cNvSpPr/>
          <p:nvPr/>
        </p:nvSpPr>
        <p:spPr>
          <a:xfrm rot="10800000">
            <a:off x="9210567" y="-10780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30" name="Google Shape;330;p42"/>
          <p:cNvSpPr/>
          <p:nvPr/>
        </p:nvSpPr>
        <p:spPr>
          <a:xfrm rot="10800000">
            <a:off x="9290567" y="-1205067"/>
            <a:ext cx="4541200" cy="440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1190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solidFill>
          <a:schemeClr val="accent5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3"/>
          <p:cNvSpPr/>
          <p:nvPr/>
        </p:nvSpPr>
        <p:spPr>
          <a:xfrm>
            <a:off x="-696633" y="4574267"/>
            <a:ext cx="3056800" cy="27788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3" name="Google Shape;333;p43"/>
          <p:cNvSpPr txBox="1">
            <a:spLocks noGrp="1"/>
          </p:cNvSpPr>
          <p:nvPr>
            <p:ph type="title"/>
          </p:nvPr>
        </p:nvSpPr>
        <p:spPr>
          <a:xfrm>
            <a:off x="1189400" y="707633"/>
            <a:ext cx="9813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34" name="Google Shape;334;p43"/>
          <p:cNvSpPr/>
          <p:nvPr/>
        </p:nvSpPr>
        <p:spPr>
          <a:xfrm rot="10800000">
            <a:off x="9682400" y="-736700"/>
            <a:ext cx="3056800" cy="2778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5" name="Google Shape;335;p43"/>
          <p:cNvSpPr/>
          <p:nvPr/>
        </p:nvSpPr>
        <p:spPr>
          <a:xfrm flipH="1">
            <a:off x="-3151233" y="59878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6" name="Google Shape;336;p43"/>
          <p:cNvSpPr/>
          <p:nvPr/>
        </p:nvSpPr>
        <p:spPr>
          <a:xfrm rot="-5400000" flipH="1">
            <a:off x="10612067" y="450167"/>
            <a:ext cx="3276400" cy="153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27726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bg>
      <p:bgPr>
        <a:solidFill>
          <a:schemeClr val="dk1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4"/>
          <p:cNvSpPr txBox="1">
            <a:spLocks noGrp="1"/>
          </p:cNvSpPr>
          <p:nvPr>
            <p:ph type="title"/>
          </p:nvPr>
        </p:nvSpPr>
        <p:spPr>
          <a:xfrm>
            <a:off x="1189400" y="707633"/>
            <a:ext cx="9813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39" name="Google Shape;339;p44"/>
          <p:cNvSpPr/>
          <p:nvPr/>
        </p:nvSpPr>
        <p:spPr>
          <a:xfrm rot="10800000" flipH="1">
            <a:off x="-306367" y="-480333"/>
            <a:ext cx="3056800" cy="2778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40" name="Google Shape;340;p44"/>
          <p:cNvSpPr/>
          <p:nvPr/>
        </p:nvSpPr>
        <p:spPr>
          <a:xfrm>
            <a:off x="9319867" y="45970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716263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bg>
      <p:bgPr>
        <a:solidFill>
          <a:schemeClr val="accent5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6"/>
          <p:cNvSpPr txBox="1">
            <a:spLocks noGrp="1"/>
          </p:cNvSpPr>
          <p:nvPr>
            <p:ph type="title"/>
          </p:nvPr>
        </p:nvSpPr>
        <p:spPr>
          <a:xfrm>
            <a:off x="950967" y="707633"/>
            <a:ext cx="9813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46" name="Google Shape;346;p46"/>
          <p:cNvSpPr/>
          <p:nvPr/>
        </p:nvSpPr>
        <p:spPr>
          <a:xfrm>
            <a:off x="-2368867" y="3601567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47" name="Google Shape;347;p46"/>
          <p:cNvSpPr/>
          <p:nvPr/>
        </p:nvSpPr>
        <p:spPr>
          <a:xfrm rot="10800000">
            <a:off x="8659633" y="-1576333"/>
            <a:ext cx="4541200" cy="44032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48" name="Google Shape;348;p46"/>
          <p:cNvSpPr/>
          <p:nvPr/>
        </p:nvSpPr>
        <p:spPr>
          <a:xfrm rot="10800000">
            <a:off x="7272933" y="-23857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22579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solidFill>
          <a:schemeClr val="accent5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7"/>
          <p:cNvSpPr txBox="1">
            <a:spLocks noGrp="1"/>
          </p:cNvSpPr>
          <p:nvPr>
            <p:ph type="title"/>
          </p:nvPr>
        </p:nvSpPr>
        <p:spPr>
          <a:xfrm>
            <a:off x="1189400" y="707633"/>
            <a:ext cx="9813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51" name="Google Shape;351;p47"/>
          <p:cNvSpPr/>
          <p:nvPr/>
        </p:nvSpPr>
        <p:spPr>
          <a:xfrm rot="10800000" flipH="1">
            <a:off x="-383667" y="-151700"/>
            <a:ext cx="3971600" cy="4110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2" name="Google Shape;352;p47"/>
          <p:cNvSpPr/>
          <p:nvPr/>
        </p:nvSpPr>
        <p:spPr>
          <a:xfrm>
            <a:off x="6678633" y="2249333"/>
            <a:ext cx="9870800" cy="5058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6543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solidFill>
          <a:schemeClr val="accent5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48"/>
          <p:cNvSpPr txBox="1">
            <a:spLocks noGrp="1"/>
          </p:cNvSpPr>
          <p:nvPr>
            <p:ph type="title"/>
          </p:nvPr>
        </p:nvSpPr>
        <p:spPr>
          <a:xfrm>
            <a:off x="955400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55" name="Google Shape;355;p48"/>
          <p:cNvSpPr/>
          <p:nvPr/>
        </p:nvSpPr>
        <p:spPr>
          <a:xfrm>
            <a:off x="-2241867" y="3309467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6" name="Google Shape;356;p48"/>
          <p:cNvSpPr/>
          <p:nvPr/>
        </p:nvSpPr>
        <p:spPr>
          <a:xfrm rot="10800000">
            <a:off x="8659633" y="-15763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7" name="Google Shape;357;p48"/>
          <p:cNvSpPr/>
          <p:nvPr/>
        </p:nvSpPr>
        <p:spPr>
          <a:xfrm rot="10800000">
            <a:off x="7272933" y="-23857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61940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0">
  <p:cSld name="Title and text 10">
    <p:bg>
      <p:bgPr>
        <a:solidFill>
          <a:schemeClr val="accent5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49"/>
          <p:cNvSpPr txBox="1">
            <a:spLocks noGrp="1"/>
          </p:cNvSpPr>
          <p:nvPr>
            <p:ph type="title"/>
          </p:nvPr>
        </p:nvSpPr>
        <p:spPr>
          <a:xfrm>
            <a:off x="950967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60" name="Google Shape;360;p49"/>
          <p:cNvSpPr/>
          <p:nvPr/>
        </p:nvSpPr>
        <p:spPr>
          <a:xfrm>
            <a:off x="-2241867" y="3309467"/>
            <a:ext cx="4541200" cy="440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61" name="Google Shape;361;p49"/>
          <p:cNvSpPr/>
          <p:nvPr/>
        </p:nvSpPr>
        <p:spPr>
          <a:xfrm rot="10800000">
            <a:off x="8659633" y="-15763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62" name="Google Shape;362;p49"/>
          <p:cNvSpPr/>
          <p:nvPr/>
        </p:nvSpPr>
        <p:spPr>
          <a:xfrm rot="10800000">
            <a:off x="7353633" y="-24094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1"/>
          </p:nvPr>
        </p:nvSpPr>
        <p:spPr>
          <a:xfrm>
            <a:off x="950967" y="1898867"/>
            <a:ext cx="10281200" cy="43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67732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25427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1">
  <p:cSld name="Title and text 11">
    <p:bg>
      <p:bgPr>
        <a:solidFill>
          <a:schemeClr val="accent5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title"/>
          </p:nvPr>
        </p:nvSpPr>
        <p:spPr>
          <a:xfrm>
            <a:off x="950967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66" name="Google Shape;366;p50"/>
          <p:cNvSpPr/>
          <p:nvPr/>
        </p:nvSpPr>
        <p:spPr>
          <a:xfrm flipH="1">
            <a:off x="9884933" y="3309467"/>
            <a:ext cx="4541200" cy="44032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67" name="Google Shape;367;p50"/>
          <p:cNvSpPr/>
          <p:nvPr/>
        </p:nvSpPr>
        <p:spPr>
          <a:xfrm rot="10800000" flipH="1">
            <a:off x="-1232733" y="-1805433"/>
            <a:ext cx="4541200" cy="440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68" name="Google Shape;368;p50"/>
          <p:cNvSpPr/>
          <p:nvPr/>
        </p:nvSpPr>
        <p:spPr>
          <a:xfrm rot="10800000" flipH="1">
            <a:off x="-2662300" y="-26475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1"/>
          </p:nvPr>
        </p:nvSpPr>
        <p:spPr>
          <a:xfrm>
            <a:off x="950967" y="1898867"/>
            <a:ext cx="10281200" cy="43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67732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B9F5D58-5A62-4EEA-8759-91FBFDC21A0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533"/>
          <a:stretch/>
        </p:blipFill>
        <p:spPr>
          <a:xfrm>
            <a:off x="0" y="6077990"/>
            <a:ext cx="950966" cy="73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10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5">
  <p:cSld name="Title and three columns 5">
    <p:bg>
      <p:bgPr>
        <a:solidFill>
          <a:schemeClr val="accent5"/>
        </a:solidFill>
        <a:effectLst/>
      </p:bgPr>
    </p:bg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1"/>
          <p:cNvSpPr txBox="1">
            <a:spLocks noGrp="1"/>
          </p:cNvSpPr>
          <p:nvPr>
            <p:ph type="title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72" name="Google Shape;372;p51"/>
          <p:cNvSpPr txBox="1">
            <a:spLocks noGrp="1"/>
          </p:cNvSpPr>
          <p:nvPr>
            <p:ph type="title" idx="2"/>
          </p:nvPr>
        </p:nvSpPr>
        <p:spPr>
          <a:xfrm>
            <a:off x="1712908" y="4360033"/>
            <a:ext cx="1546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73" name="Google Shape;373;p51"/>
          <p:cNvSpPr txBox="1">
            <a:spLocks noGrp="1"/>
          </p:cNvSpPr>
          <p:nvPr>
            <p:ph type="subTitle" idx="1"/>
          </p:nvPr>
        </p:nvSpPr>
        <p:spPr>
          <a:xfrm>
            <a:off x="1254108" y="4721593"/>
            <a:ext cx="2464000" cy="27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74" name="Google Shape;374;p51"/>
          <p:cNvSpPr txBox="1">
            <a:spLocks noGrp="1"/>
          </p:cNvSpPr>
          <p:nvPr>
            <p:ph type="title" idx="3"/>
          </p:nvPr>
        </p:nvSpPr>
        <p:spPr>
          <a:xfrm>
            <a:off x="8932692" y="4343300"/>
            <a:ext cx="1546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75" name="Google Shape;375;p51"/>
          <p:cNvSpPr txBox="1">
            <a:spLocks noGrp="1"/>
          </p:cNvSpPr>
          <p:nvPr>
            <p:ph type="subTitle" idx="4"/>
          </p:nvPr>
        </p:nvSpPr>
        <p:spPr>
          <a:xfrm>
            <a:off x="8473892" y="4693476"/>
            <a:ext cx="2464000" cy="27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76" name="Google Shape;376;p51"/>
          <p:cNvSpPr txBox="1">
            <a:spLocks noGrp="1"/>
          </p:cNvSpPr>
          <p:nvPr>
            <p:ph type="title" idx="5"/>
          </p:nvPr>
        </p:nvSpPr>
        <p:spPr>
          <a:xfrm>
            <a:off x="5320029" y="4360033"/>
            <a:ext cx="15464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77" name="Google Shape;377;p51"/>
          <p:cNvSpPr txBox="1">
            <a:spLocks noGrp="1"/>
          </p:cNvSpPr>
          <p:nvPr>
            <p:ph type="subTitle" idx="6"/>
          </p:nvPr>
        </p:nvSpPr>
        <p:spPr>
          <a:xfrm>
            <a:off x="4861229" y="4721593"/>
            <a:ext cx="2464000" cy="27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92757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bg>
      <p:bgPr>
        <a:solidFill>
          <a:schemeClr val="accent5"/>
        </a:solidFill>
        <a:effectLst/>
      </p:bgPr>
    </p:bg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2"/>
          <p:cNvSpPr/>
          <p:nvPr/>
        </p:nvSpPr>
        <p:spPr>
          <a:xfrm flipH="1">
            <a:off x="5944916" y="-1257300"/>
            <a:ext cx="11000800" cy="10666400"/>
          </a:xfrm>
          <a:prstGeom prst="rtTriangl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80" name="Google Shape;380;p52"/>
          <p:cNvSpPr/>
          <p:nvPr/>
        </p:nvSpPr>
        <p:spPr>
          <a:xfrm>
            <a:off x="4413400" y="2596667"/>
            <a:ext cx="3365200" cy="26996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1" name="Google Shape;381;p52"/>
          <p:cNvSpPr/>
          <p:nvPr/>
        </p:nvSpPr>
        <p:spPr>
          <a:xfrm>
            <a:off x="713400" y="2596667"/>
            <a:ext cx="3365200" cy="26996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2" name="Google Shape;382;p52"/>
          <p:cNvSpPr/>
          <p:nvPr/>
        </p:nvSpPr>
        <p:spPr>
          <a:xfrm>
            <a:off x="8113400" y="2596667"/>
            <a:ext cx="3365200" cy="26996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871599" y="4188233"/>
            <a:ext cx="3048800" cy="10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84" name="Google Shape;384;p52"/>
          <p:cNvSpPr txBox="1">
            <a:spLocks noGrp="1"/>
          </p:cNvSpPr>
          <p:nvPr>
            <p:ph type="subTitle" idx="2"/>
          </p:nvPr>
        </p:nvSpPr>
        <p:spPr>
          <a:xfrm>
            <a:off x="4586232" y="4188233"/>
            <a:ext cx="3048800" cy="10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85" name="Google Shape;385;p52"/>
          <p:cNvSpPr txBox="1">
            <a:spLocks noGrp="1"/>
          </p:cNvSpPr>
          <p:nvPr>
            <p:ph type="subTitle" idx="3"/>
          </p:nvPr>
        </p:nvSpPr>
        <p:spPr>
          <a:xfrm>
            <a:off x="8271601" y="4188233"/>
            <a:ext cx="3048800" cy="10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title" hasCustomPrompt="1"/>
          </p:nvPr>
        </p:nvSpPr>
        <p:spPr>
          <a:xfrm>
            <a:off x="784399" y="3290833"/>
            <a:ext cx="3223200" cy="1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52"/>
          <p:cNvSpPr txBox="1">
            <a:spLocks noGrp="1"/>
          </p:cNvSpPr>
          <p:nvPr>
            <p:ph type="title" idx="4" hasCustomPrompt="1"/>
          </p:nvPr>
        </p:nvSpPr>
        <p:spPr>
          <a:xfrm>
            <a:off x="4484400" y="3290833"/>
            <a:ext cx="3223200" cy="1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8" name="Google Shape;388;p52"/>
          <p:cNvSpPr txBox="1">
            <a:spLocks noGrp="1"/>
          </p:cNvSpPr>
          <p:nvPr>
            <p:ph type="title" idx="5" hasCustomPrompt="1"/>
          </p:nvPr>
        </p:nvSpPr>
        <p:spPr>
          <a:xfrm>
            <a:off x="8184401" y="3290833"/>
            <a:ext cx="3223200" cy="1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5333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9" name="Google Shape;389;p52"/>
          <p:cNvSpPr txBox="1">
            <a:spLocks noGrp="1"/>
          </p:cNvSpPr>
          <p:nvPr>
            <p:ph type="title" idx="6"/>
          </p:nvPr>
        </p:nvSpPr>
        <p:spPr>
          <a:xfrm>
            <a:off x="2632400" y="707633"/>
            <a:ext cx="6927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390" name="Google Shape;390;p52"/>
          <p:cNvSpPr/>
          <p:nvPr/>
        </p:nvSpPr>
        <p:spPr>
          <a:xfrm flipH="1">
            <a:off x="9559600" y="3189233"/>
            <a:ext cx="4541200" cy="44032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91" name="Google Shape;391;p52"/>
          <p:cNvSpPr/>
          <p:nvPr/>
        </p:nvSpPr>
        <p:spPr>
          <a:xfrm rot="10800000" flipH="1">
            <a:off x="-1016567" y="-1576333"/>
            <a:ext cx="4541200" cy="44032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92" name="Google Shape;392;p52"/>
          <p:cNvSpPr/>
          <p:nvPr/>
        </p:nvSpPr>
        <p:spPr>
          <a:xfrm rot="10800000" flipH="1">
            <a:off x="-2241867" y="-23857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8279514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bg>
      <p:bgPr>
        <a:solidFill>
          <a:schemeClr val="dk1"/>
        </a:solidFill>
        <a:effectLst/>
      </p:bgPr>
    </p:bg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3"/>
          <p:cNvSpPr txBox="1">
            <a:spLocks noGrp="1"/>
          </p:cNvSpPr>
          <p:nvPr>
            <p:ph type="subTitle" idx="1"/>
          </p:nvPr>
        </p:nvSpPr>
        <p:spPr>
          <a:xfrm>
            <a:off x="951000" y="1686172"/>
            <a:ext cx="10290000" cy="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95" name="Google Shape;395;p53"/>
          <p:cNvSpPr txBox="1">
            <a:spLocks noGrp="1"/>
          </p:cNvSpPr>
          <p:nvPr>
            <p:ph type="title" hasCustomPrompt="1"/>
          </p:nvPr>
        </p:nvSpPr>
        <p:spPr>
          <a:xfrm>
            <a:off x="950969" y="853095"/>
            <a:ext cx="10290000" cy="1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3"/>
          <p:cNvSpPr txBox="1">
            <a:spLocks noGrp="1"/>
          </p:cNvSpPr>
          <p:nvPr>
            <p:ph type="subTitle" idx="2"/>
          </p:nvPr>
        </p:nvSpPr>
        <p:spPr>
          <a:xfrm>
            <a:off x="951000" y="3602539"/>
            <a:ext cx="10290000" cy="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97" name="Google Shape;397;p53"/>
          <p:cNvSpPr txBox="1">
            <a:spLocks noGrp="1"/>
          </p:cNvSpPr>
          <p:nvPr>
            <p:ph type="title" idx="3" hasCustomPrompt="1"/>
          </p:nvPr>
        </p:nvSpPr>
        <p:spPr>
          <a:xfrm>
            <a:off x="950969" y="2769461"/>
            <a:ext cx="10290000" cy="1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8" name="Google Shape;398;p53"/>
          <p:cNvSpPr txBox="1">
            <a:spLocks noGrp="1"/>
          </p:cNvSpPr>
          <p:nvPr>
            <p:ph type="subTitle" idx="4"/>
          </p:nvPr>
        </p:nvSpPr>
        <p:spPr>
          <a:xfrm>
            <a:off x="951000" y="5518905"/>
            <a:ext cx="10290000" cy="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8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399" name="Google Shape;399;p53"/>
          <p:cNvSpPr txBox="1">
            <a:spLocks noGrp="1"/>
          </p:cNvSpPr>
          <p:nvPr>
            <p:ph type="title" idx="5" hasCustomPrompt="1"/>
          </p:nvPr>
        </p:nvSpPr>
        <p:spPr>
          <a:xfrm>
            <a:off x="950969" y="4685828"/>
            <a:ext cx="10290000" cy="1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6667" b="1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00" name="Google Shape;400;p53"/>
          <p:cNvSpPr/>
          <p:nvPr/>
        </p:nvSpPr>
        <p:spPr>
          <a:xfrm rot="10800000">
            <a:off x="7884867" y="-548500"/>
            <a:ext cx="7018800" cy="359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1" name="Google Shape;401;p53"/>
          <p:cNvSpPr/>
          <p:nvPr/>
        </p:nvSpPr>
        <p:spPr>
          <a:xfrm>
            <a:off x="-6922433" y="3080667"/>
            <a:ext cx="9870800" cy="5058800"/>
          </a:xfrm>
          <a:prstGeom prst="triangle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2" name="Google Shape;402;p53"/>
          <p:cNvSpPr/>
          <p:nvPr/>
        </p:nvSpPr>
        <p:spPr>
          <a:xfrm flipH="1">
            <a:off x="-1232133" y="5330600"/>
            <a:ext cx="4439600" cy="20824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628329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Numbers and text 2"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4"/>
          <p:cNvSpPr txBox="1">
            <a:spLocks noGrp="1"/>
          </p:cNvSpPr>
          <p:nvPr>
            <p:ph type="title"/>
          </p:nvPr>
        </p:nvSpPr>
        <p:spPr>
          <a:xfrm>
            <a:off x="955400" y="707633"/>
            <a:ext cx="10281200" cy="7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405" name="Google Shape;405;p54"/>
          <p:cNvSpPr/>
          <p:nvPr/>
        </p:nvSpPr>
        <p:spPr>
          <a:xfrm>
            <a:off x="-2241867" y="3309467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06" name="Google Shape;406;p54"/>
          <p:cNvSpPr/>
          <p:nvPr/>
        </p:nvSpPr>
        <p:spPr>
          <a:xfrm rot="10800000">
            <a:off x="8659633" y="-15763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07" name="Google Shape;407;p54"/>
          <p:cNvSpPr/>
          <p:nvPr/>
        </p:nvSpPr>
        <p:spPr>
          <a:xfrm rot="10800000">
            <a:off x="7272933" y="-23857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8" name="Google Shape;408;p54"/>
          <p:cNvSpPr txBox="1">
            <a:spLocks noGrp="1"/>
          </p:cNvSpPr>
          <p:nvPr>
            <p:ph type="title" idx="2"/>
          </p:nvPr>
        </p:nvSpPr>
        <p:spPr>
          <a:xfrm>
            <a:off x="1237400" y="4754367"/>
            <a:ext cx="20128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409" name="Google Shape;409;p54"/>
          <p:cNvSpPr txBox="1">
            <a:spLocks noGrp="1"/>
          </p:cNvSpPr>
          <p:nvPr>
            <p:ph type="subTitle" idx="1"/>
          </p:nvPr>
        </p:nvSpPr>
        <p:spPr>
          <a:xfrm>
            <a:off x="1011800" y="5267320"/>
            <a:ext cx="2464000" cy="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410" name="Google Shape;410;p54"/>
          <p:cNvSpPr txBox="1">
            <a:spLocks noGrp="1"/>
          </p:cNvSpPr>
          <p:nvPr>
            <p:ph type="title" idx="3"/>
          </p:nvPr>
        </p:nvSpPr>
        <p:spPr>
          <a:xfrm>
            <a:off x="8915769" y="4754367"/>
            <a:ext cx="20128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411" name="Google Shape;411;p54"/>
          <p:cNvSpPr txBox="1">
            <a:spLocks noGrp="1"/>
          </p:cNvSpPr>
          <p:nvPr>
            <p:ph type="subTitle" idx="4"/>
          </p:nvPr>
        </p:nvSpPr>
        <p:spPr>
          <a:xfrm>
            <a:off x="8690163" y="5267320"/>
            <a:ext cx="2464000" cy="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412" name="Google Shape;412;p54"/>
          <p:cNvSpPr txBox="1">
            <a:spLocks noGrp="1"/>
          </p:cNvSpPr>
          <p:nvPr>
            <p:ph type="title" idx="5"/>
          </p:nvPr>
        </p:nvSpPr>
        <p:spPr>
          <a:xfrm>
            <a:off x="5086835" y="4754367"/>
            <a:ext cx="20128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413" name="Google Shape;413;p54"/>
          <p:cNvSpPr txBox="1">
            <a:spLocks noGrp="1"/>
          </p:cNvSpPr>
          <p:nvPr>
            <p:ph type="subTitle" idx="6"/>
          </p:nvPr>
        </p:nvSpPr>
        <p:spPr>
          <a:xfrm>
            <a:off x="4861228" y="5267320"/>
            <a:ext cx="2464000" cy="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  <p:sp>
        <p:nvSpPr>
          <p:cNvPr id="414" name="Google Shape;414;p54"/>
          <p:cNvSpPr txBox="1">
            <a:spLocks noGrp="1"/>
          </p:cNvSpPr>
          <p:nvPr>
            <p:ph type="title" idx="7" hasCustomPrompt="1"/>
          </p:nvPr>
        </p:nvSpPr>
        <p:spPr>
          <a:xfrm>
            <a:off x="5342017" y="3330500"/>
            <a:ext cx="1508000" cy="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15" name="Google Shape;415;p54"/>
          <p:cNvSpPr txBox="1">
            <a:spLocks noGrp="1"/>
          </p:cNvSpPr>
          <p:nvPr>
            <p:ph type="title" idx="8" hasCustomPrompt="1"/>
          </p:nvPr>
        </p:nvSpPr>
        <p:spPr>
          <a:xfrm>
            <a:off x="1489800" y="3330497"/>
            <a:ext cx="1508000" cy="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16" name="Google Shape;416;p54"/>
          <p:cNvSpPr txBox="1">
            <a:spLocks noGrp="1"/>
          </p:cNvSpPr>
          <p:nvPr>
            <p:ph type="title" idx="9" hasCustomPrompt="1"/>
          </p:nvPr>
        </p:nvSpPr>
        <p:spPr>
          <a:xfrm>
            <a:off x="9168151" y="3330497"/>
            <a:ext cx="1508000" cy="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 b="1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842649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aption 1">
    <p:bg>
      <p:bgPr>
        <a:solidFill>
          <a:schemeClr val="accent5"/>
        </a:solidFill>
        <a:effectLst/>
      </p:bgPr>
    </p:bg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55"/>
          <p:cNvSpPr/>
          <p:nvPr/>
        </p:nvSpPr>
        <p:spPr>
          <a:xfrm>
            <a:off x="-67" y="7467"/>
            <a:ext cx="12192000" cy="6858000"/>
          </a:xfrm>
          <a:prstGeom prst="rect">
            <a:avLst/>
          </a:prstGeom>
          <a:solidFill>
            <a:schemeClr val="lt1">
              <a:alpha val="2356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19" name="Google Shape;419;p55"/>
          <p:cNvSpPr/>
          <p:nvPr/>
        </p:nvSpPr>
        <p:spPr>
          <a:xfrm>
            <a:off x="-100733" y="617733"/>
            <a:ext cx="6515200" cy="1402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0" name="Google Shape;420;p55"/>
          <p:cNvSpPr/>
          <p:nvPr/>
        </p:nvSpPr>
        <p:spPr>
          <a:xfrm rot="10800000">
            <a:off x="8707267" y="-819167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21" name="Google Shape;421;p55"/>
          <p:cNvSpPr/>
          <p:nvPr/>
        </p:nvSpPr>
        <p:spPr>
          <a:xfrm rot="10800000">
            <a:off x="8999367" y="-946167"/>
            <a:ext cx="4541200" cy="44032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22" name="Google Shape;422;p55"/>
          <p:cNvSpPr txBox="1">
            <a:spLocks noGrp="1"/>
          </p:cNvSpPr>
          <p:nvPr>
            <p:ph type="title"/>
          </p:nvPr>
        </p:nvSpPr>
        <p:spPr>
          <a:xfrm>
            <a:off x="950967" y="707633"/>
            <a:ext cx="5145200" cy="11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3333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8176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solidFill>
          <a:schemeClr val="dk1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56"/>
          <p:cNvSpPr/>
          <p:nvPr/>
        </p:nvSpPr>
        <p:spPr>
          <a:xfrm>
            <a:off x="5554133" y="3760568"/>
            <a:ext cx="10769600" cy="51676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25" name="Google Shape;425;p56"/>
          <p:cNvSpPr/>
          <p:nvPr/>
        </p:nvSpPr>
        <p:spPr>
          <a:xfrm rot="10800000">
            <a:off x="-1342033" y="-392933"/>
            <a:ext cx="5372400" cy="2578000"/>
          </a:xfrm>
          <a:prstGeom prst="triangle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6" name="Google Shape;426;p56"/>
          <p:cNvSpPr txBox="1">
            <a:spLocks noGrp="1"/>
          </p:cNvSpPr>
          <p:nvPr>
            <p:ph type="title"/>
          </p:nvPr>
        </p:nvSpPr>
        <p:spPr>
          <a:xfrm>
            <a:off x="951000" y="896984"/>
            <a:ext cx="10290000" cy="17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sz="10666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427" name="Google Shape;427;p56"/>
          <p:cNvSpPr txBox="1">
            <a:spLocks noGrp="1"/>
          </p:cNvSpPr>
          <p:nvPr>
            <p:ph type="body" idx="1"/>
          </p:nvPr>
        </p:nvSpPr>
        <p:spPr>
          <a:xfrm>
            <a:off x="4091000" y="2839364"/>
            <a:ext cx="4010000" cy="9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●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○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400"/>
              <a:buFont typeface="Didact Gothic"/>
              <a:buChar char="■"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28" name="Google Shape;428;p56"/>
          <p:cNvSpPr txBox="1"/>
          <p:nvPr/>
        </p:nvSpPr>
        <p:spPr>
          <a:xfrm>
            <a:off x="3311400" y="4523533"/>
            <a:ext cx="5569200" cy="9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rPr>
              <a:t>CREDITS: This presentation template was created by </a:t>
            </a:r>
            <a:r>
              <a:rPr lang="en" sz="1467" b="1">
                <a:solidFill>
                  <a:schemeClr val="lt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including icons by </a:t>
            </a:r>
            <a:r>
              <a:rPr lang="en" sz="1467" b="1">
                <a:solidFill>
                  <a:schemeClr val="lt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infographics &amp; images by </a:t>
            </a:r>
            <a:r>
              <a:rPr lang="en" sz="1467" b="1">
                <a:solidFill>
                  <a:schemeClr val="lt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rPr>
              <a:t> </a:t>
            </a:r>
            <a:endParaRPr sz="1467">
              <a:solidFill>
                <a:schemeClr val="lt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29" name="Google Shape;429;p56"/>
          <p:cNvSpPr txBox="1">
            <a:spLocks noGrp="1"/>
          </p:cNvSpPr>
          <p:nvPr>
            <p:ph type="subTitle" idx="2"/>
          </p:nvPr>
        </p:nvSpPr>
        <p:spPr>
          <a:xfrm>
            <a:off x="4092233" y="2457500"/>
            <a:ext cx="4010000" cy="57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lvl="1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 algn="ctr"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 algn="ctr"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400"/>
              <a:buFont typeface="Didact Gothic"/>
              <a:buNone/>
              <a:defRPr>
                <a:solidFill>
                  <a:schemeClr val="lt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r>
              <a:rPr lang="zh-TW" altLang="en-US"/>
              <a:t>按一下以編輯母片子標題樣式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54500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Background "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57"/>
          <p:cNvSpPr/>
          <p:nvPr/>
        </p:nvSpPr>
        <p:spPr>
          <a:xfrm flipH="1">
            <a:off x="9366000" y="3467500"/>
            <a:ext cx="4541200" cy="4403200"/>
          </a:xfrm>
          <a:prstGeom prst="rtTriangl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32" name="Google Shape;432;p57"/>
          <p:cNvSpPr/>
          <p:nvPr/>
        </p:nvSpPr>
        <p:spPr>
          <a:xfrm flipH="1">
            <a:off x="9505067" y="3467500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33" name="Google Shape;433;p57"/>
          <p:cNvSpPr/>
          <p:nvPr/>
        </p:nvSpPr>
        <p:spPr>
          <a:xfrm rot="10800000" flipH="1">
            <a:off x="-1016567" y="-1220733"/>
            <a:ext cx="4541200" cy="44032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34" name="Google Shape;434;p57"/>
          <p:cNvSpPr/>
          <p:nvPr/>
        </p:nvSpPr>
        <p:spPr>
          <a:xfrm rot="10800000" flipH="1">
            <a:off x="-2241867" y="-2030167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40731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Background  1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58"/>
          <p:cNvSpPr/>
          <p:nvPr/>
        </p:nvSpPr>
        <p:spPr>
          <a:xfrm rot="10800000" flipH="1">
            <a:off x="0" y="-48267"/>
            <a:ext cx="3056800" cy="2778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7" name="Google Shape;437;p58"/>
          <p:cNvSpPr/>
          <p:nvPr/>
        </p:nvSpPr>
        <p:spPr>
          <a:xfrm>
            <a:off x="8070800" y="4086433"/>
            <a:ext cx="7153200" cy="33552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27373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2">
  <p:cSld name="Background  2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9" name="Google Shape;439;p59"/>
          <p:cNvCxnSpPr/>
          <p:nvPr/>
        </p:nvCxnSpPr>
        <p:spPr>
          <a:xfrm>
            <a:off x="8466817" y="-2001500"/>
            <a:ext cx="5010000" cy="5578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0" name="Google Shape;440;p59"/>
          <p:cNvSpPr/>
          <p:nvPr/>
        </p:nvSpPr>
        <p:spPr>
          <a:xfrm>
            <a:off x="-85600" y="5101033"/>
            <a:ext cx="1728000" cy="18432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1" name="Google Shape;441;p59"/>
          <p:cNvSpPr/>
          <p:nvPr/>
        </p:nvSpPr>
        <p:spPr>
          <a:xfrm>
            <a:off x="7011867" y="-317233"/>
            <a:ext cx="15205200" cy="77924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2" name="Google Shape;442;p59"/>
          <p:cNvSpPr/>
          <p:nvPr/>
        </p:nvSpPr>
        <p:spPr>
          <a:xfrm rot="10800000">
            <a:off x="-7185400" y="-2882633"/>
            <a:ext cx="15205200" cy="77924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3" name="Google Shape;443;p59"/>
          <p:cNvSpPr/>
          <p:nvPr/>
        </p:nvSpPr>
        <p:spPr>
          <a:xfrm>
            <a:off x="6948367" y="5151367"/>
            <a:ext cx="3876400" cy="198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4" name="Google Shape;444;p59"/>
          <p:cNvSpPr/>
          <p:nvPr/>
        </p:nvSpPr>
        <p:spPr>
          <a:xfrm rot="10800000">
            <a:off x="1477300" y="-741433"/>
            <a:ext cx="3876400" cy="1986800"/>
          </a:xfrm>
          <a:prstGeom prst="triangle">
            <a:avLst>
              <a:gd name="adj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929145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0940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5531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823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6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/>
              <a:t>按一下以編輯母片標題樣式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74187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6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57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15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2700"/>
              <a:buFont typeface="Julius Sans One"/>
              <a:buNone/>
              <a:defRPr sz="27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3000"/>
              <a:buFont typeface="Julius Sans One"/>
              <a:buNone/>
              <a:defRPr sz="3000">
                <a:solidFill>
                  <a:schemeClr val="hlink"/>
                </a:solidFill>
                <a:latin typeface="Julius Sans One"/>
                <a:ea typeface="Julius Sans One"/>
                <a:cs typeface="Julius Sans One"/>
                <a:sym typeface="Julius Sans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●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○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■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●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○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■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●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Questrial"/>
              <a:buChar char="○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hlink"/>
              </a:buClr>
              <a:buSzPts val="1400"/>
              <a:buFont typeface="Questrial"/>
              <a:buChar char="■"/>
              <a:defRPr>
                <a:solidFill>
                  <a:schemeClr val="hlink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537858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  <p:sldLayoutId id="2147483696" r:id="rId23"/>
    <p:sldLayoutId id="2147483697" r:id="rId24"/>
    <p:sldLayoutId id="2147483698" r:id="rId25"/>
    <p:sldLayoutId id="2147483699" r:id="rId26"/>
    <p:sldLayoutId id="2147483700" r:id="rId27"/>
    <p:sldLayoutId id="2147483701" r:id="rId28"/>
    <p:sldLayoutId id="2147483702" r:id="rId29"/>
    <p:sldLayoutId id="2147483703" r:id="rId30"/>
    <p:sldLayoutId id="2147483705" r:id="rId31"/>
    <p:sldLayoutId id="2147483706" r:id="rId32"/>
    <p:sldLayoutId id="2147483707" r:id="rId33"/>
    <p:sldLayoutId id="2147483708" r:id="rId34"/>
    <p:sldLayoutId id="2147483709" r:id="rId35"/>
    <p:sldLayoutId id="2147483710" r:id="rId36"/>
    <p:sldLayoutId id="2147483711" r:id="rId37"/>
    <p:sldLayoutId id="2147483712" r:id="rId38"/>
    <p:sldLayoutId id="2147483713" r:id="rId39"/>
    <p:sldLayoutId id="2147483714" r:id="rId40"/>
    <p:sldLayoutId id="2147483715" r:id="rId41"/>
    <p:sldLayoutId id="2147483717" r:id="rId42"/>
    <p:sldLayoutId id="2147483718" r:id="rId43"/>
    <p:sldLayoutId id="2147483719" r:id="rId44"/>
    <p:sldLayoutId id="2147483720" r:id="rId45"/>
    <p:sldLayoutId id="2147483721" r:id="rId46"/>
    <p:sldLayoutId id="2147483722" r:id="rId47"/>
    <p:sldLayoutId id="2147483723" r:id="rId48"/>
    <p:sldLayoutId id="2147483724" r:id="rId49"/>
    <p:sldLayoutId id="2147483725" r:id="rId50"/>
    <p:sldLayoutId id="2147483726" r:id="rId51"/>
    <p:sldLayoutId id="2147483727" r:id="rId52"/>
    <p:sldLayoutId id="2147483728" r:id="rId53"/>
    <p:sldLayoutId id="2147483729" r:id="rId54"/>
    <p:sldLayoutId id="2147483730" r:id="rId55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5311">
          <p15:clr>
            <a:srgbClr val="EA4335"/>
          </p15:clr>
        </p15:guide>
        <p15:guide id="3" orient="horz" pos="340">
          <p15:clr>
            <a:srgbClr val="EA4335"/>
          </p15:clr>
        </p15:guide>
        <p15:guide id="4" orient="horz" pos="2903">
          <p15:clr>
            <a:srgbClr val="EA4335"/>
          </p15:clr>
        </p15:guide>
        <p15:guide id="5" pos="2880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60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47" name="Google Shape;447;p60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933868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34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51" name="Google Shape;451;p6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4309976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36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64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55" name="Google Shape;455;p64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775861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3ABFCB-2C7F-B44B-6FEE-380716DEC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4539" y="3884912"/>
            <a:ext cx="8728239" cy="2011200"/>
          </a:xfrm>
        </p:spPr>
        <p:txBody>
          <a:bodyPr/>
          <a:lstStyle/>
          <a:p>
            <a:r>
              <a:rPr lang="en-US" altLang="zh-TW" sz="6000" dirty="0"/>
              <a:t>Chapter 15.6-15.9 </a:t>
            </a:r>
            <a:br>
              <a:rPr lang="en-US" altLang="zh-TW" sz="6000" dirty="0"/>
            </a:br>
            <a:r>
              <a:rPr lang="en-US" altLang="zh-TW" sz="6000" dirty="0"/>
              <a:t>Elliptic curve </a:t>
            </a:r>
            <a:br>
              <a:rPr lang="en-US" altLang="zh-TW" sz="6000" dirty="0"/>
            </a:br>
            <a:r>
              <a:rPr lang="en-US" altLang="zh-TW" sz="6000" dirty="0"/>
              <a:t>cryptography and pairings</a:t>
            </a:r>
            <a:endParaRPr lang="zh-TW" altLang="en-US" sz="6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7098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051A6FCC-31FC-43A5-9A06-BC86B25AC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Advanced encryption schemes from pairings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D079DCBA-5F34-46B6-9558-AC97CF744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564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E1E18D-2872-4F1C-EC02-B970F5F76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758890" y="3120200"/>
            <a:ext cx="10674221" cy="617600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Advanced encryption schemes from pairings</a:t>
            </a:r>
          </a:p>
        </p:txBody>
      </p:sp>
    </p:spTree>
    <p:extLst>
      <p:ext uri="{BB962C8B-B14F-4D97-AF65-F5344CB8AC3E}">
        <p14:creationId xmlns:p14="http://schemas.microsoft.com/office/powerpoint/2010/main" val="1464715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E8F0DA0-8F94-47A0-9687-46DE968A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Identity based encryption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A64B47D-AAFD-44B7-9F0B-5A7CA3AD1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Core Concept: What Problem Does It Solve?</a:t>
            </a:r>
          </a:p>
          <a:p>
            <a:pPr lvl="1"/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In traditional public-key cryptography:</a:t>
            </a:r>
          </a:p>
          <a:p>
            <a:pPr lvl="1"/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If Alice wants to encrypt a message to Bob, she must first obtain Bob's current public key.</a:t>
            </a:r>
          </a:p>
          <a:p>
            <a:pPr lvl="1"/>
            <a:r>
              <a:rPr lang="en-US" altLang="zh-TW" dirty="0">
                <a:latin typeface="+mj-lt"/>
              </a:rPr>
              <a:t>She must query this key using a certificate or public key directory, which typically requires an </a:t>
            </a:r>
            <a:r>
              <a:rPr lang="en-US" altLang="zh-TW" dirty="0">
                <a:solidFill>
                  <a:srgbClr val="FF0000"/>
                </a:solidFill>
                <a:latin typeface="+mj-lt"/>
              </a:rPr>
              <a:t>additional</a:t>
            </a:r>
            <a:r>
              <a:rPr lang="en-US" altLang="zh-TW" dirty="0">
                <a:latin typeface="+mj-lt"/>
              </a:rPr>
              <a:t> round of communication.</a:t>
            </a:r>
          </a:p>
          <a:p>
            <a:r>
              <a:rPr lang="en-US" altLang="zh-TW" dirty="0">
                <a:latin typeface="+mj-lt"/>
              </a:rPr>
              <a:t>IBE's goals:</a:t>
            </a:r>
          </a:p>
          <a:p>
            <a:pPr lvl="1"/>
            <a:r>
              <a:rPr lang="en-US" altLang="zh-TW" dirty="0">
                <a:latin typeface="+mj-lt"/>
              </a:rPr>
              <a:t>Eliminate this </a:t>
            </a:r>
            <a:r>
              <a:rPr lang="en-US" altLang="zh-TW" dirty="0">
                <a:solidFill>
                  <a:srgbClr val="FF0000"/>
                </a:solidFill>
                <a:latin typeface="+mj-lt"/>
              </a:rPr>
              <a:t>initial round </a:t>
            </a:r>
            <a:r>
              <a:rPr lang="en-US" altLang="zh-TW" dirty="0">
                <a:latin typeface="+mj-lt"/>
              </a:rPr>
              <a:t>of communication.</a:t>
            </a:r>
          </a:p>
          <a:p>
            <a:pPr lvl="1"/>
            <a:r>
              <a:rPr lang="en-US" altLang="zh-TW" dirty="0">
                <a:latin typeface="+mj-lt"/>
              </a:rPr>
              <a:t>Allow </a:t>
            </a:r>
            <a:r>
              <a:rPr lang="en-US" altLang="zh-TW" dirty="0">
                <a:solidFill>
                  <a:srgbClr val="FF0000"/>
                </a:solidFill>
                <a:latin typeface="+mj-lt"/>
              </a:rPr>
              <a:t>any string</a:t>
            </a:r>
            <a:r>
              <a:rPr lang="en-US" altLang="zh-TW" dirty="0">
                <a:latin typeface="+mj-lt"/>
              </a:rPr>
              <a:t> (e.g., Bob's email address, the current date, or the numbers 1, 2, or 3) to serve as a public key.</a:t>
            </a:r>
          </a:p>
        </p:txBody>
      </p:sp>
    </p:spTree>
    <p:extLst>
      <p:ext uri="{BB962C8B-B14F-4D97-AF65-F5344CB8AC3E}">
        <p14:creationId xmlns:p14="http://schemas.microsoft.com/office/powerpoint/2010/main" val="1128342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9909C-9A6C-1827-4F0A-CFC0CCA99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8950906-0021-53F0-598F-FE13E761D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Identity based encryption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765A45B-DF3D-CF79-38C8-F2A70B195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0967" y="1921727"/>
            <a:ext cx="10281200" cy="4346400"/>
          </a:xfrm>
        </p:spPr>
        <p:txBody>
          <a:bodyPr/>
          <a:lstStyle/>
          <a:p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How it works ?</a:t>
            </a:r>
          </a:p>
          <a:p>
            <a:pPr lvl="1"/>
            <a:endParaRPr lang="en-US" altLang="zh-TW" sz="20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22FC755F-E575-FF62-DFC8-E94BC646C811}"/>
              </a:ext>
            </a:extLst>
          </p:cNvPr>
          <p:cNvGrpSpPr/>
          <p:nvPr/>
        </p:nvGrpSpPr>
        <p:grpSpPr>
          <a:xfrm>
            <a:off x="5044440" y="2190750"/>
            <a:ext cx="1607820" cy="1142167"/>
            <a:chOff x="5044440" y="2190750"/>
            <a:chExt cx="1607820" cy="114216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12AA830C-910E-CC33-031F-49B4CB777DC9}"/>
                </a:ext>
              </a:extLst>
            </p:cNvPr>
            <p:cNvSpPr/>
            <p:nvPr/>
          </p:nvSpPr>
          <p:spPr>
            <a:xfrm>
              <a:off x="5044440" y="2190750"/>
              <a:ext cx="1607820" cy="83439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Tracy(private key generator)</a:t>
              </a:r>
              <a:endParaRPr lang="zh-TW" altLang="en-US" dirty="0"/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CDBAB6A4-7E59-BECC-5701-D8FD89273996}"/>
                </a:ext>
              </a:extLst>
            </p:cNvPr>
            <p:cNvSpPr txBox="1"/>
            <p:nvPr/>
          </p:nvSpPr>
          <p:spPr>
            <a:xfrm>
              <a:off x="5166913" y="3025140"/>
              <a:ext cx="13628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/>
                <a:t>S()=(</a:t>
              </a:r>
              <a:r>
                <a:rPr lang="en-US" altLang="zh-TW" dirty="0" err="1"/>
                <a:t>mpk,msk</a:t>
              </a:r>
              <a:r>
                <a:rPr lang="en-US" altLang="zh-TW" dirty="0"/>
                <a:t>)</a:t>
              </a:r>
              <a:endParaRPr lang="zh-TW" altLang="en-US" dirty="0"/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9D8C40A2-D538-F936-92C7-5E04CE1AA285}"/>
              </a:ext>
            </a:extLst>
          </p:cNvPr>
          <p:cNvGrpSpPr/>
          <p:nvPr/>
        </p:nvGrpSpPr>
        <p:grpSpPr>
          <a:xfrm>
            <a:off x="1889760" y="3844290"/>
            <a:ext cx="1607820" cy="1142167"/>
            <a:chOff x="5044440" y="2190750"/>
            <a:chExt cx="1607820" cy="11421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670B8346-2CB0-3F97-EE6A-277117AB8727}"/>
                </a:ext>
              </a:extLst>
            </p:cNvPr>
            <p:cNvSpPr/>
            <p:nvPr/>
          </p:nvSpPr>
          <p:spPr>
            <a:xfrm>
              <a:off x="5044440" y="2190750"/>
              <a:ext cx="1607820" cy="83439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Alice</a:t>
              </a:r>
              <a:endParaRPr lang="zh-TW" altLang="en-US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E5C6997B-495A-BD32-74D7-0EE5AE06CB42}"/>
                </a:ext>
              </a:extLst>
            </p:cNvPr>
            <p:cNvSpPr txBox="1"/>
            <p:nvPr/>
          </p:nvSpPr>
          <p:spPr>
            <a:xfrm>
              <a:off x="5166913" y="3025140"/>
              <a:ext cx="12442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/>
                <a:t>m=D(</a:t>
              </a:r>
              <a:r>
                <a:rPr lang="en-US" altLang="zh-TW" dirty="0" err="1"/>
                <a:t>sk_id,c</a:t>
              </a:r>
              <a:r>
                <a:rPr lang="en-US" altLang="zh-TW" dirty="0"/>
                <a:t>)</a:t>
              </a:r>
              <a:endParaRPr lang="zh-TW" altLang="en-US" dirty="0"/>
            </a:p>
          </p:txBody>
        </p:sp>
      </p:grp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0480EBEE-1089-C278-CBAC-1157F57C32D2}"/>
              </a:ext>
            </a:extLst>
          </p:cNvPr>
          <p:cNvCxnSpPr>
            <a:cxnSpLocks/>
          </p:cNvCxnSpPr>
          <p:nvPr/>
        </p:nvCxnSpPr>
        <p:spPr>
          <a:xfrm flipV="1">
            <a:off x="2788920" y="2607945"/>
            <a:ext cx="2133047" cy="1163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65D3ED2-6DFA-E100-5A01-2C792221E0AB}"/>
              </a:ext>
            </a:extLst>
          </p:cNvPr>
          <p:cNvSpPr txBox="1"/>
          <p:nvPr/>
        </p:nvSpPr>
        <p:spPr>
          <a:xfrm rot="19867744">
            <a:off x="2711258" y="2871252"/>
            <a:ext cx="18916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/>
              <a:t>Id:Alice@gmail.com</a:t>
            </a:r>
            <a:endParaRPr lang="zh-TW" altLang="en-US" dirty="0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63439A4-E0F3-D21A-29C1-1131C8C9479A}"/>
              </a:ext>
            </a:extLst>
          </p:cNvPr>
          <p:cNvCxnSpPr>
            <a:cxnSpLocks/>
          </p:cNvCxnSpPr>
          <p:nvPr/>
        </p:nvCxnSpPr>
        <p:spPr>
          <a:xfrm flipH="1">
            <a:off x="3078480" y="2801183"/>
            <a:ext cx="1843487" cy="1031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8E6843B-3673-BCB9-6254-70B2E55C6DB8}"/>
              </a:ext>
            </a:extLst>
          </p:cNvPr>
          <p:cNvSpPr txBox="1"/>
          <p:nvPr/>
        </p:nvSpPr>
        <p:spPr>
          <a:xfrm rot="19750859">
            <a:off x="3318502" y="3229844"/>
            <a:ext cx="18916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/>
              <a:t>sk_id</a:t>
            </a:r>
            <a:r>
              <a:rPr lang="en-US" altLang="zh-TW" dirty="0"/>
              <a:t>=G(</a:t>
            </a:r>
            <a:r>
              <a:rPr lang="en-US" altLang="zh-TW" dirty="0" err="1"/>
              <a:t>msk,id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B9412C89-03C5-2E77-2A37-E96E79C1182D}"/>
              </a:ext>
            </a:extLst>
          </p:cNvPr>
          <p:cNvGrpSpPr/>
          <p:nvPr/>
        </p:nvGrpSpPr>
        <p:grpSpPr>
          <a:xfrm>
            <a:off x="7623422" y="3844290"/>
            <a:ext cx="1607820" cy="1142167"/>
            <a:chOff x="5044440" y="2190750"/>
            <a:chExt cx="1607820" cy="1142167"/>
          </a:xfrm>
        </p:grpSpPr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DB483EDE-5C98-6FFC-E206-95FA6EB2417E}"/>
                </a:ext>
              </a:extLst>
            </p:cNvPr>
            <p:cNvSpPr/>
            <p:nvPr/>
          </p:nvSpPr>
          <p:spPr>
            <a:xfrm>
              <a:off x="5044440" y="2190750"/>
              <a:ext cx="1607820" cy="83439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Bob</a:t>
              </a:r>
              <a:endParaRPr lang="zh-TW" altLang="en-US" dirty="0"/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D3E155B4-B32D-2837-20F7-7E153E133D79}"/>
                </a:ext>
              </a:extLst>
            </p:cNvPr>
            <p:cNvSpPr txBox="1"/>
            <p:nvPr/>
          </p:nvSpPr>
          <p:spPr>
            <a:xfrm>
              <a:off x="5166913" y="3025140"/>
              <a:ext cx="13436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/>
                <a:t>c=E(</a:t>
              </a:r>
              <a:r>
                <a:rPr lang="en-US" altLang="zh-TW" dirty="0" err="1"/>
                <a:t>mpk,id,m</a:t>
              </a:r>
              <a:r>
                <a:rPr lang="en-US" altLang="zh-TW" dirty="0"/>
                <a:t>)</a:t>
              </a:r>
              <a:endParaRPr lang="zh-TW" altLang="en-US" dirty="0"/>
            </a:p>
          </p:txBody>
        </p:sp>
      </p:grp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58B34CDB-EEE5-FDC8-6FCC-2B4B7286BB54}"/>
              </a:ext>
            </a:extLst>
          </p:cNvPr>
          <p:cNvCxnSpPr>
            <a:cxnSpLocks/>
          </p:cNvCxnSpPr>
          <p:nvPr/>
        </p:nvCxnSpPr>
        <p:spPr>
          <a:xfrm>
            <a:off x="6687182" y="2569516"/>
            <a:ext cx="1775072" cy="12363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71D0FCC-1548-120D-2BB2-5B4E203BF894}"/>
              </a:ext>
            </a:extLst>
          </p:cNvPr>
          <p:cNvSpPr txBox="1"/>
          <p:nvPr/>
        </p:nvSpPr>
        <p:spPr>
          <a:xfrm rot="2118206">
            <a:off x="6577132" y="2768332"/>
            <a:ext cx="2164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 err="1"/>
              <a:t>mpk</a:t>
            </a:r>
            <a:endParaRPr lang="zh-TW" altLang="en-US" dirty="0"/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E5C25257-8481-8B33-DB71-9313A5D362F8}"/>
              </a:ext>
            </a:extLst>
          </p:cNvPr>
          <p:cNvCxnSpPr>
            <a:cxnSpLocks/>
          </p:cNvCxnSpPr>
          <p:nvPr/>
        </p:nvCxnSpPr>
        <p:spPr>
          <a:xfrm flipH="1">
            <a:off x="3726180" y="4261485"/>
            <a:ext cx="37033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82FB1E2-477F-EAA7-5E6D-90DF1787A2D3}"/>
              </a:ext>
            </a:extLst>
          </p:cNvPr>
          <p:cNvSpPr txBox="1"/>
          <p:nvPr/>
        </p:nvSpPr>
        <p:spPr>
          <a:xfrm>
            <a:off x="5440623" y="3874572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c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99955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BF96D-AD17-D89E-0346-256E3B1B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CFBBC38-F376-7CD2-A802-9F9D17E98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Formal definition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07DA7899-55B7-4BA3-B120-6AACF1863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112392"/>
              </p:ext>
            </p:extLst>
          </p:nvPr>
        </p:nvGraphicFramePr>
        <p:xfrm>
          <a:off x="2074101" y="1797558"/>
          <a:ext cx="8043798" cy="32628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5235">
                  <a:extLst>
                    <a:ext uri="{9D8B030D-6E8A-4147-A177-3AD203B41FA5}">
                      <a16:colId xmlns:a16="http://schemas.microsoft.com/office/drawing/2014/main" val="46613461"/>
                    </a:ext>
                  </a:extLst>
                </a:gridCol>
                <a:gridCol w="2069521">
                  <a:extLst>
                    <a:ext uri="{9D8B030D-6E8A-4147-A177-3AD203B41FA5}">
                      <a16:colId xmlns:a16="http://schemas.microsoft.com/office/drawing/2014/main" val="1297712670"/>
                    </a:ext>
                  </a:extLst>
                </a:gridCol>
                <a:gridCol w="2069521">
                  <a:extLst>
                    <a:ext uri="{9D8B030D-6E8A-4147-A177-3AD203B41FA5}">
                      <a16:colId xmlns:a16="http://schemas.microsoft.com/office/drawing/2014/main" val="46376631"/>
                    </a:ext>
                  </a:extLst>
                </a:gridCol>
                <a:gridCol w="2069521">
                  <a:extLst>
                    <a:ext uri="{9D8B030D-6E8A-4147-A177-3AD203B41FA5}">
                      <a16:colId xmlns:a16="http://schemas.microsoft.com/office/drawing/2014/main" val="36909935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altLang="zh-TW" b="0" dirty="0">
                          <a:effectLst/>
                          <a:latin typeface="quote-cjk-patch"/>
                        </a:rPr>
                        <a:t>algor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altLang="zh-TW" b="0" dirty="0">
                          <a:effectLst/>
                          <a:latin typeface="quote-cjk-patch"/>
                        </a:rPr>
                        <a:t>input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output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explain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65575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S </a:t>
                      </a:r>
                      <a:endParaRPr lang="en-US" altLang="zh-TW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-</a:t>
                      </a:r>
                      <a:endParaRPr lang="en-US" altLang="zh-TW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(mpk, msk)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Generate the system's master key pair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737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G </a:t>
                      </a:r>
                      <a:endParaRPr lang="en-US" altLang="zh-TW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(</a:t>
                      </a:r>
                      <a:r>
                        <a:rPr lang="en-US" b="0" dirty="0" err="1">
                          <a:effectLst/>
                        </a:rPr>
                        <a:t>msk</a:t>
                      </a:r>
                      <a:r>
                        <a:rPr lang="en-US" b="0" dirty="0">
                          <a:effectLst/>
                        </a:rPr>
                        <a:t>, id)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 err="1">
                          <a:effectLst/>
                        </a:rPr>
                        <a:t>sk_id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Generate a private key for a specific identity id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5160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E </a:t>
                      </a:r>
                      <a:endParaRPr lang="en-US" altLang="zh-TW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(</a:t>
                      </a:r>
                      <a:r>
                        <a:rPr lang="en-US" b="0" dirty="0" err="1">
                          <a:effectLst/>
                        </a:rPr>
                        <a:t>mpk</a:t>
                      </a:r>
                      <a:r>
                        <a:rPr lang="en-US" b="0" dirty="0">
                          <a:effectLst/>
                        </a:rPr>
                        <a:t>, id, m)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c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Use identity id to encrypt message m</a:t>
                      </a:r>
                      <a:endParaRPr lang="zh-TW" alt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05789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D </a:t>
                      </a:r>
                      <a:endParaRPr lang="en-US" altLang="zh-TW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(</a:t>
                      </a:r>
                      <a:r>
                        <a:rPr lang="en-US" b="0" dirty="0" err="1">
                          <a:effectLst/>
                        </a:rPr>
                        <a:t>sk_id</a:t>
                      </a:r>
                      <a:r>
                        <a:rPr lang="en-US" b="0" dirty="0">
                          <a:effectLst/>
                        </a:rPr>
                        <a:t>, c)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m or</a:t>
                      </a:r>
                      <a:r>
                        <a:rPr lang="zh-TW" altLang="en-US" b="0" dirty="0">
                          <a:effectLst/>
                        </a:rPr>
                        <a:t> </a:t>
                      </a:r>
                      <a:r>
                        <a:rPr lang="en-US" b="0" dirty="0">
                          <a:effectLst/>
                        </a:rPr>
                        <a:t>reject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altLang="zh-TW" b="0" dirty="0">
                          <a:effectLst/>
                        </a:rPr>
                        <a:t>Decrypt ciphertext c using </a:t>
                      </a:r>
                      <a:r>
                        <a:rPr lang="en-US" altLang="zh-TW" b="0" dirty="0" err="1">
                          <a:effectLst/>
                        </a:rPr>
                        <a:t>sk_id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242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0393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E8F0DA0-8F94-47A0-9687-46DE968A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Game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5A64B47D-AAFD-44B7-9F0B-5A7CA3AD151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950966" y="1898867"/>
                <a:ext cx="10281200" cy="4346400"/>
              </a:xfrm>
            </p:spPr>
            <p:txBody>
              <a:bodyPr/>
              <a:lstStyle/>
              <a:p>
                <a:r>
                  <a:rPr lang="en-US" altLang="zh-TW" sz="2000" dirty="0"/>
                  <a:t>Experiment b (b = 0, 1):</a:t>
                </a:r>
              </a:p>
              <a:p>
                <a:pPr marL="1253047" lvl="1" indent="-457200">
                  <a:buSzPct val="100000"/>
                  <a:buFont typeface="+mj-lt"/>
                  <a:buAutoNum type="arabicPeriod"/>
                </a:pPr>
                <a:r>
                  <a:rPr lang="en-US" altLang="zh-TW" sz="2000" dirty="0"/>
                  <a:t>The challenger computes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𝑚𝑝𝑘</m:t>
                        </m:r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𝑚𝑠𝑘</m:t>
                        </m:r>
                      </m:e>
                    </m:d>
                    <m:groupChr>
                      <m:groupChrPr>
                        <m:chr m:val="→"/>
                        <m:vertJc m:val="bot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2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</m:groupCh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altLang="zh-TW" dirty="0"/>
                  <a:t>,</a:t>
                </a:r>
                <a:r>
                  <a:rPr lang="en-US" altLang="zh-TW" sz="2000" dirty="0"/>
                  <a:t> and sends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𝑚𝑝𝑘</m:t>
                    </m:r>
                  </m:oMath>
                </a14:m>
                <a:r>
                  <a:rPr lang="en-US" altLang="zh-TW" sz="2000" dirty="0"/>
                  <a:t> to the adversary A.</a:t>
                </a:r>
              </a:p>
              <a:p>
                <a:pPr marL="1253047" lvl="1" indent="-457200">
                  <a:buSzPct val="100000"/>
                  <a:buFont typeface="+mj-lt"/>
                  <a:buAutoNum type="arabicPeriod"/>
                </a:pPr>
                <a:r>
                  <a:rPr lang="en-US" altLang="zh-TW" sz="2000" dirty="0"/>
                  <a:t>A then makes a series of queries to the challenger. Each query can be one of </a:t>
                </a:r>
                <a:r>
                  <a:rPr lang="en-US" altLang="zh-TW" sz="2000" dirty="0">
                    <a:solidFill>
                      <a:srgbClr val="FF0000"/>
                    </a:solidFill>
                  </a:rPr>
                  <a:t>two types: </a:t>
                </a:r>
              </a:p>
              <a:p>
                <a:pPr lvl="2"/>
                <a:r>
                  <a:rPr lang="en-US" altLang="zh-TW" sz="2000" dirty="0"/>
                  <a:t>Key query: For an identity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000" i="1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TW" sz="2000" dirty="0"/>
                  <a:t>, the challenger computes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𝑚𝑠𝑘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altLang="zh-TW" sz="20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TW" sz="2000" i="1" dirty="0" err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zh-TW" altLang="en-US" sz="2000" dirty="0"/>
                  <a:t> </a:t>
                </a:r>
                <a:r>
                  <a:rPr lang="en-US" altLang="zh-TW" sz="2000" dirty="0"/>
                  <a:t>and sends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TW" sz="2000" dirty="0"/>
                  <a:t> to </a:t>
                </a:r>
                <a:r>
                  <a:rPr lang="zh-TW" altLang="en-US" sz="2000" dirty="0"/>
                  <a:t>𝒜</a:t>
                </a:r>
                <a:r>
                  <a:rPr lang="en-US" altLang="zh-TW" sz="2000" dirty="0"/>
                  <a:t>. (adversary can’t choose</a:t>
                </a:r>
                <a:r>
                  <a:rPr lang="zh-TW" altLang="en-US" sz="2000" dirty="0"/>
                  <a:t> </a:t>
                </a:r>
                <a:r>
                  <a:rPr lang="en-US" altLang="zh-TW" sz="2000" dirty="0" err="1"/>
                  <a:t>id</a:t>
                </a:r>
                <a:r>
                  <a:rPr lang="en-US" altLang="zh-TW" sz="2000" baseline="-25000" dirty="0" err="1"/>
                  <a:t>j</a:t>
                </a:r>
                <a:r>
                  <a:rPr lang="en-US" altLang="zh-TW" sz="2000" dirty="0"/>
                  <a:t> attack)</a:t>
                </a:r>
              </a:p>
              <a:p>
                <a:pPr lvl="2"/>
                <a:r>
                  <a:rPr lang="en-US" altLang="zh-TW" sz="2000" dirty="0"/>
                  <a:t>Encrypted query: </a:t>
                </a:r>
                <a:r>
                  <a:rPr lang="zh-TW" altLang="en-US" sz="2000" dirty="0"/>
                  <a:t>𝒜 </a:t>
                </a:r>
                <a:r>
                  <a:rPr lang="en-US" altLang="zh-TW" sz="2000" dirty="0"/>
                  <a:t>submits a triple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𝑖𝑑</m:t>
                        </m:r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20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are messages of equal length. The challenger computes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𝑚𝑝𝑘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𝑖𝑑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 err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/>
                  <a:t>and sends c to </a:t>
                </a:r>
                <a:r>
                  <a:rPr lang="zh-TW" altLang="en-US" sz="2000" dirty="0"/>
                  <a:t>𝒜</a:t>
                </a:r>
                <a:r>
                  <a:rPr lang="en-US" altLang="zh-TW" sz="2000" dirty="0"/>
                  <a:t>.</a:t>
                </a:r>
                <a:endParaRPr lang="en-US" altLang="zh-TW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5A64B47D-AAFD-44B7-9F0B-5A7CA3AD15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50966" y="1898867"/>
                <a:ext cx="10281200" cy="4346400"/>
              </a:xfrm>
              <a:blipFill>
                <a:blip r:embed="rId2"/>
                <a:stretch>
                  <a:fillRect r="-1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9649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C9572-47FB-B007-1031-775777C1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FD7FA9A-33AC-A8A1-A863-7F9589F14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Game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7A021AA-D05C-95B0-4B7B-33734F9C76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0966" y="1898867"/>
            <a:ext cx="10281200" cy="4346400"/>
          </a:xfrm>
        </p:spPr>
        <p:txBody>
          <a:bodyPr/>
          <a:lstStyle/>
          <a:p>
            <a:pPr marL="1253047" lvl="1" indent="-457200">
              <a:buSzPct val="100000"/>
              <a:buFont typeface="+mj-lt"/>
              <a:buAutoNum type="arabicPeriod" startAt="3"/>
            </a:pPr>
            <a:r>
              <a:rPr lang="en-US" altLang="zh-TW" sz="20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</a:p>
          <a:p>
            <a:pPr lvl="2"/>
            <a:r>
              <a:rPr lang="en-US" altLang="zh-TW" sz="20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adversary cannot perform a key query on the ID used in the encrypted query. Otherwise, the adversary could simply decrypt the data using the private key and easily win the game.</a:t>
            </a:r>
          </a:p>
          <a:p>
            <a:pPr marL="1253047" lvl="1" indent="-457200">
              <a:buSzPct val="100000"/>
              <a:buFont typeface="+mj-lt"/>
              <a:buAutoNum type="arabicPeriod" startAt="3"/>
            </a:pPr>
            <a:r>
              <a:rPr lang="en-US" altLang="zh-TW" sz="20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Guess: Eventually, the adversary outputs a bit b' as its guess about b.</a:t>
            </a:r>
          </a:p>
          <a:p>
            <a:pPr marL="186262" indent="0">
              <a:buNone/>
            </a:pPr>
            <a:endParaRPr lang="en-US" altLang="zh-TW" sz="2000" dirty="0">
              <a:solidFill>
                <a:schemeClr val="bg1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12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9829A-554A-14F3-C65B-3ACB6B51B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5A111C-2AB7-32DB-168E-3319E6782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Game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C3A0014E-385C-D24D-826C-09327B7ECA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950966" y="1898867"/>
                <a:ext cx="10281200" cy="4346400"/>
              </a:xfrm>
            </p:spPr>
            <p:txBody>
              <a:bodyPr/>
              <a:lstStyle/>
              <a:p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 of the Adversary's Advantage:</a:t>
                </a:r>
              </a:p>
              <a:p>
                <a:pPr lvl="1"/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solidFill>
                              <a:schemeClr val="bg1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solidFill>
                              <a:schemeClr val="bg1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2000" i="1" dirty="0" smtClean="0">
                            <a:solidFill>
                              <a:schemeClr val="bg1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 the event where the adversary outputs 1 in Experiment b. The adversary's advantage </a:t>
                </a:r>
                <a:r>
                  <a:rPr lang="zh-TW" altLang="en-US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𝒜 </a:t>
                </a:r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defined as:</a:t>
                </a:r>
              </a:p>
              <a:p>
                <a:pPr marL="795847" lvl="1" indent="0">
                  <a:buNone/>
                </a:pPr>
                <a:endParaRPr lang="en-US" altLang="zh-TW" sz="2000" dirty="0">
                  <a:solidFill>
                    <a:schemeClr val="bg1">
                      <a:lumMod val="1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9584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 smtClean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𝑆𝑆𝑎𝑑𝑣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a:rPr lang="zh-TW" altLang="en-US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𝒜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TW" sz="2000" b="0" i="1" dirty="0" smtClean="0">
                              <a:solidFill>
                                <a:schemeClr val="bg1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 dirty="0" err="1">
                              <a:solidFill>
                                <a:schemeClr val="bg1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n-US" altLang="zh-TW" sz="2000" i="1" dirty="0" err="1">
                              <a:solidFill>
                                <a:schemeClr val="bg1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𝑖𝑑</m:t>
                          </m:r>
                        </m:sub>
                      </m:sSub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 = | </m:t>
                      </m:r>
                      <m:r>
                        <a:rPr lang="en-US" altLang="zh-TW" sz="2000" i="1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𝑃𝑟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⁡[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𝑊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₀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 − </m:t>
                      </m:r>
                      <m:r>
                        <a:rPr lang="en-US" altLang="zh-TW" sz="2000" i="1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𝑃𝑟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⁡[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𝑊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₁</m:t>
                      </m:r>
                      <m:r>
                        <a:rPr lang="en-US" altLang="zh-TW" sz="2000" i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 |</m:t>
                      </m:r>
                    </m:oMath>
                  </m:oMathPara>
                </a14:m>
                <a:endParaRPr lang="en-US" altLang="zh-TW" sz="2000" dirty="0">
                  <a:solidFill>
                    <a:schemeClr val="bg1">
                      <a:lumMod val="1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adaptively secure IBE</a:t>
                </a:r>
              </a:p>
              <a:p>
                <a:pPr lvl="1"/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because the adversary can </a:t>
                </a:r>
                <a:r>
                  <a:rPr lang="en-US" altLang="zh-TW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choose</a:t>
                </a:r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challenge identity id </a:t>
                </a:r>
                <a:r>
                  <a:rPr lang="en-US" altLang="zh-TW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adaptively</a:t>
                </a:r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after seeing many secret keys of its choice.</a:t>
                </a:r>
              </a:p>
            </p:txBody>
          </p:sp>
        </mc:Choice>
        <mc:Fallback xmlns="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C3A0014E-385C-D24D-826C-09327B7ECA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50966" y="1898867"/>
                <a:ext cx="10281200" cy="43464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035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E8F0DA0-8F94-47A0-9687-46DE968A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Related security notions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A64B47D-AAFD-44B7-9F0B-5A7CA3AD1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defining basic semantic security (adaptive security), the document introduces three important related security concepts:</a:t>
            </a:r>
          </a:p>
          <a:p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Privacy (IBE)</a:t>
            </a:r>
          </a:p>
          <a:p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Security (IBE)</a:t>
            </a:r>
          </a:p>
          <a:p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Ciphertext Security (IBE)</a:t>
            </a:r>
          </a:p>
        </p:txBody>
      </p:sp>
    </p:spTree>
    <p:extLst>
      <p:ext uri="{BB962C8B-B14F-4D97-AF65-F5344CB8AC3E}">
        <p14:creationId xmlns:p14="http://schemas.microsoft.com/office/powerpoint/2010/main" val="2579934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A06D3-8F85-CED2-8534-BD127806F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05D4251-0255-8AE2-373A-844A5BA08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Related security notions</a:t>
            </a:r>
            <a:r>
              <a:rPr lang="zh-TW" altLang="en-US" dirty="0"/>
              <a:t>──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Privacy (IBE)</a:t>
            </a:r>
            <a:b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9EB5C1D6-CF65-B8EF-8B02-F8A09EE8332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4" y="1678914"/>
                <a:ext cx="11027673" cy="4471453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Difference from Basic Security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Basic IBE security: Only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←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𝑚𝑝𝑘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is guaranteed not to reveal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.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Private IBE: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←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𝑚𝑝𝑘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is guaranteed not to reveal either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zh-TW" sz="2000" dirty="0">
                    <a:solidFill>
                      <a:srgbClr val="FF0000"/>
                    </a:solidFill>
                    <a:latin typeface="+mj-lt"/>
                    <a:cs typeface="Times New Roman" panose="02020603050405020304" pitchFamily="18" charset="0"/>
                  </a:rPr>
                  <a:t> or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Attack Game : Safe Game Modifications</a:t>
                </a:r>
              </a:p>
              <a:p>
                <a:pPr lvl="1" indent="-216000"/>
                <a:r>
                  <a:rPr lang="en-US" altLang="zh-TW" sz="2000" b="1" dirty="0">
                    <a:latin typeface="+mj-lt"/>
                    <a:cs typeface="Times New Roman" panose="02020603050405020304" pitchFamily="18" charset="0"/>
                  </a:rPr>
                  <a:t>Origin : </a:t>
                </a:r>
              </a:p>
              <a:p>
                <a:pPr lvl="2" indent="-216000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</a:rPr>
                  <a:t>Encrypted query: </a:t>
                </a:r>
                <a:r>
                  <a:rPr lang="zh-TW" altLang="en-US" sz="2000" dirty="0">
                    <a:latin typeface="+mj-lt"/>
                  </a:rPr>
                  <a:t>𝒜 </a:t>
                </a:r>
                <a:r>
                  <a:rPr lang="en-US" altLang="zh-TW" sz="2000" dirty="0">
                    <a:latin typeface="+mj-lt"/>
                  </a:rPr>
                  <a:t>submits a triple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𝑖𝑑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are messages of equal length. The challenger computes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𝑚𝑝𝑘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𝑖𝑑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 and sends c to </a:t>
                </a:r>
                <a:r>
                  <a:rPr lang="zh-TW" altLang="en-US" sz="2000" dirty="0">
                    <a:latin typeface="+mj-lt"/>
                  </a:rPr>
                  <a:t>𝒜</a:t>
                </a:r>
                <a:r>
                  <a:rPr lang="en-US" altLang="zh-TW" sz="2000" dirty="0">
                    <a:latin typeface="+mj-lt"/>
                  </a:rPr>
                  <a:t>.</a:t>
                </a:r>
              </a:p>
              <a:p>
                <a:pPr lvl="1" indent="-216000"/>
                <a:r>
                  <a:rPr lang="en-US" altLang="zh-TW" sz="2000" b="1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Modification :</a:t>
                </a:r>
              </a:p>
              <a:p>
                <a:pPr lvl="2" indent="-216000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</a:rPr>
                  <a:t>Encrypted query: </a:t>
                </a:r>
                <a:r>
                  <a:rPr lang="zh-TW" altLang="en-US" sz="2000" dirty="0">
                    <a:latin typeface="+mj-lt"/>
                  </a:rPr>
                  <a:t>𝒜 </a:t>
                </a:r>
                <a:r>
                  <a:rPr lang="en-US" altLang="zh-TW" sz="2000" dirty="0">
                    <a:latin typeface="+mj-lt"/>
                  </a:rPr>
                  <a:t>submits </a:t>
                </a:r>
                <a:r>
                  <a:rPr lang="en-US" altLang="zh-TW" sz="2000" dirty="0">
                    <a:solidFill>
                      <a:srgbClr val="FF0000"/>
                    </a:solidFill>
                    <a:latin typeface="+mj-lt"/>
                  </a:rPr>
                  <a:t>two pair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altLang="zh-TW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zh-TW" sz="2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are messages of equal </a:t>
                </a:r>
                <a:r>
                  <a:rPr lang="en-US" altLang="zh-TW" sz="2000" dirty="0" err="1">
                    <a:latin typeface="+mj-lt"/>
                  </a:rPr>
                  <a:t>length.The</a:t>
                </a:r>
                <a:r>
                  <a:rPr lang="en-US" altLang="zh-TW" sz="2000" dirty="0">
                    <a:latin typeface="+mj-lt"/>
                  </a:rPr>
                  <a:t> challenger computes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𝑚𝑝𝑘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 and sends c to </a:t>
                </a:r>
                <a:r>
                  <a:rPr lang="zh-TW" altLang="en-US" sz="2000" dirty="0">
                    <a:latin typeface="+mj-lt"/>
                  </a:rPr>
                  <a:t>𝒜</a:t>
                </a:r>
                <a:r>
                  <a:rPr lang="en-US" altLang="zh-TW" sz="2000" dirty="0">
                    <a:latin typeface="+mj-lt"/>
                  </a:rPr>
                  <a:t>.</a:t>
                </a:r>
              </a:p>
              <a:p>
                <a:pPr lvl="1" indent="-216000"/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Security goal: The adversary cannot distinguish whether c is encrypting (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₀</m:t>
                    </m:r>
                    <m:r>
                      <a:rPr lang="en-US" altLang="zh-TW" sz="2000" b="0" i="0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₀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TW" sz="2000" b="0" i="0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₁</m:t>
                    </m:r>
                    <m:r>
                      <a:rPr lang="en-US" altLang="zh-TW" sz="2000" b="0" i="0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₁</m:t>
                    </m:r>
                    <m:r>
                      <a:rPr lang="en-US" altLang="zh-TW" sz="2000" i="1" dirty="0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TW" sz="2000" dirty="0">
                  <a:solidFill>
                    <a:schemeClr val="bg1">
                      <a:lumMod val="10000"/>
                    </a:schemeClr>
                  </a:solidFill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:endParaRPr lang="en-US" altLang="zh-TW" sz="2000" dirty="0">
                  <a:solidFill>
                    <a:schemeClr val="bg1">
                      <a:lumMod val="1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9EB5C1D6-CF65-B8EF-8B02-F8A09EE833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4" y="1678914"/>
                <a:ext cx="11027673" cy="4471453"/>
              </a:xfrm>
              <a:blipFill>
                <a:blip r:embed="rId3"/>
                <a:stretch>
                  <a:fillRect r="-8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5760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47BAB-EFDC-9811-93F9-F0DA722E1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4CDE9CF-74DA-A398-5D87-381C71F63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66" y="707633"/>
            <a:ext cx="11027673" cy="704800"/>
          </a:xfrm>
        </p:spPr>
        <p:txBody>
          <a:bodyPr/>
          <a:lstStyle/>
          <a:p>
            <a:r>
              <a:rPr lang="en-US" altLang="zh-TW" dirty="0"/>
              <a:t>Related security notions</a:t>
            </a:r>
            <a:r>
              <a:rPr lang="zh-TW" altLang="en-US" dirty="0"/>
              <a:t>──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Security (IBE)</a:t>
            </a:r>
            <a:b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DB93EB8F-76F6-C0E7-820E-A7B31310DDC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1763975"/>
                <a:ext cx="11027673" cy="4471453"/>
              </a:xfrm>
            </p:spPr>
            <p:txBody>
              <a:bodyPr/>
              <a:lstStyle/>
              <a:p>
                <a:r>
                  <a:rPr lang="en-US" altLang="zh-TW" b="1" dirty="0">
                    <a:latin typeface="+mj-lt"/>
                  </a:rPr>
                  <a:t>Core Concept: Weakened Adversary Model</a:t>
                </a:r>
              </a:p>
              <a:p>
                <a:pPr lvl="1"/>
                <a:r>
                  <a:rPr lang="en-US" altLang="zh-TW" dirty="0">
                    <a:latin typeface="+mj-lt"/>
                  </a:rPr>
                  <a:t>In selective security, the adversary must commit to the challenge identity id* to attack before seeing the </a:t>
                </a:r>
                <a:r>
                  <a:rPr lang="en-US" altLang="zh-TW" dirty="0" err="1">
                    <a:latin typeface="+mj-lt"/>
                  </a:rPr>
                  <a:t>mpk</a:t>
                </a:r>
                <a:r>
                  <a:rPr lang="en-US" altLang="zh-TW" dirty="0">
                    <a:latin typeface="+mj-lt"/>
                  </a:rPr>
                  <a:t>.</a:t>
                </a:r>
              </a:p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Attack Game : Weakened Game Modifications</a:t>
                </a:r>
              </a:p>
              <a:p>
                <a:pPr lvl="1" indent="-216000"/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Given id* (attack target)</a:t>
                </a:r>
              </a:p>
              <a:p>
                <a:pPr lvl="1" indent="-216000"/>
                <a:r>
                  <a:rPr lang="en-US" altLang="zh-TW" sz="2000" dirty="0">
                    <a:latin typeface="+mj-lt"/>
                  </a:rPr>
                  <a:t>Encrypted query: </a:t>
                </a:r>
                <a:r>
                  <a:rPr lang="zh-TW" altLang="en-US" sz="2000" dirty="0">
                    <a:latin typeface="+mj-lt"/>
                  </a:rPr>
                  <a:t>𝒜 </a:t>
                </a:r>
                <a:r>
                  <a:rPr lang="en-US" altLang="zh-TW" sz="2000" dirty="0">
                    <a:latin typeface="+mj-lt"/>
                  </a:rPr>
                  <a:t>submits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altLang="zh-TW" sz="2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∗,</m:t>
                        </m:r>
                        <m:sSub>
                          <m:sSubPr>
                            <m:ctrlP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are messages of equal </a:t>
                </a:r>
                <a:r>
                  <a:rPr lang="en-US" altLang="zh-TW" sz="2000" dirty="0" err="1">
                    <a:latin typeface="+mj-lt"/>
                  </a:rPr>
                  <a:t>length.The</a:t>
                </a:r>
                <a:r>
                  <a:rPr lang="en-US" altLang="zh-TW" sz="2000" dirty="0">
                    <a:latin typeface="+mj-lt"/>
                  </a:rPr>
                  <a:t> challenger computes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𝑚𝑝𝑘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∗,</m:t>
                        </m:r>
                        <m:sSub>
                          <m:sSubPr>
                            <m:ctrlP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 and sends c to </a:t>
                </a:r>
                <a:r>
                  <a:rPr lang="zh-TW" altLang="en-US" sz="2000" dirty="0">
                    <a:latin typeface="+mj-lt"/>
                  </a:rPr>
                  <a:t>𝒜</a:t>
                </a:r>
                <a:r>
                  <a:rPr lang="en-US" altLang="zh-TW" sz="2000" dirty="0">
                    <a:latin typeface="+mj-lt"/>
                  </a:rPr>
                  <a:t>.</a:t>
                </a:r>
              </a:p>
              <a:p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Why is selective security important?</a:t>
                </a:r>
              </a:p>
              <a:p>
                <a:pPr lvl="1"/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In the standard model (without random oracles), constructing selectively secure IBEs is much </a:t>
                </a:r>
                <a:r>
                  <a:rPr lang="en-US" altLang="zh-TW" sz="2000" dirty="0">
                    <a:solidFill>
                      <a:srgbClr val="FF0000"/>
                    </a:solidFill>
                    <a:latin typeface="+mj-lt"/>
                    <a:cs typeface="Times New Roman" panose="02020603050405020304" pitchFamily="18" charset="0"/>
                  </a:rPr>
                  <a:t>easier</a:t>
                </a:r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 than constructing adaptively secure IBEs.</a:t>
                </a:r>
              </a:p>
              <a:p>
                <a:pPr lvl="1"/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Many fundamental IBE constructions (such as the </a:t>
                </a:r>
                <a:r>
                  <a:rPr lang="en-US" altLang="zh-TW" sz="2000" dirty="0" err="1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Boneh-Boyen</a:t>
                </a:r>
                <a:r>
                  <a:rPr lang="en-US" altLang="zh-TW" sz="2000" dirty="0">
                    <a:solidFill>
                      <a:schemeClr val="bg1">
                        <a:lumMod val="10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 scheme) were originally proven in the selectively secure model.</a:t>
                </a:r>
              </a:p>
              <a:p>
                <a:pPr lvl="1"/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DB93EB8F-76F6-C0E7-820E-A7B31310D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1763975"/>
                <a:ext cx="11027673" cy="4471453"/>
              </a:xfrm>
              <a:blipFill>
                <a:blip r:embed="rId3"/>
                <a:stretch>
                  <a:fillRect r="-8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248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0EAA1-7B4B-7948-0587-BE0C98636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5E06B7B-9E52-0F29-9C32-61CAAFA41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66" y="707633"/>
            <a:ext cx="10804153" cy="704800"/>
          </a:xfrm>
        </p:spPr>
        <p:txBody>
          <a:bodyPr/>
          <a:lstStyle/>
          <a:p>
            <a:r>
              <a:rPr lang="en-US" altLang="zh-TW" dirty="0"/>
              <a:t>Related security notions</a:t>
            </a:r>
            <a:r>
              <a:rPr lang="zh-TW" altLang="en-US" dirty="0"/>
              <a:t>──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Security (IBE)</a:t>
            </a:r>
            <a:b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8305F4B-C632-3DD0-9092-F3A8E7899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4" y="1678914"/>
            <a:ext cx="11027673" cy="4471453"/>
          </a:xfrm>
        </p:spPr>
        <p:txBody>
          <a:bodyPr/>
          <a:lstStyle/>
          <a:p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Transitioning to Adaptive Security</a:t>
            </a:r>
          </a:p>
          <a:p>
            <a:pPr lvl="1"/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Using a hash function H: </a:t>
            </a:r>
            <a:r>
              <a:rPr lang="zh-TW" altLang="en-US" sz="2000" dirty="0">
                <a:latin typeface="+mj-lt"/>
                <a:cs typeface="Times New Roman" panose="02020603050405020304" pitchFamily="18" charset="0"/>
              </a:rPr>
              <a:t>𝒟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′ → </a:t>
            </a:r>
            <a:r>
              <a:rPr lang="zh-TW" altLang="en-US" sz="2000" dirty="0">
                <a:latin typeface="+mj-lt"/>
                <a:cs typeface="Times New Roman" panose="02020603050405020304" pitchFamily="18" charset="0"/>
              </a:rPr>
              <a:t>𝒟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G′(</a:t>
            </a:r>
            <a:r>
              <a:rPr lang="en-US" altLang="zh-TW" sz="2000" dirty="0" err="1">
                <a:latin typeface="+mj-lt"/>
                <a:cs typeface="Times New Roman" panose="02020603050405020304" pitchFamily="18" charset="0"/>
              </a:rPr>
              <a:t>msk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, id) = G(</a:t>
            </a:r>
            <a:r>
              <a:rPr lang="en-US" altLang="zh-TW" sz="2000" dirty="0" err="1">
                <a:latin typeface="+mj-lt"/>
                <a:cs typeface="Times New Roman" panose="02020603050405020304" pitchFamily="18" charset="0"/>
              </a:rPr>
              <a:t>msk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, H(id))</a:t>
            </a:r>
          </a:p>
          <a:p>
            <a:pPr lvl="1"/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E′(</a:t>
            </a:r>
            <a:r>
              <a:rPr lang="en-US" altLang="zh-TW" sz="2000" dirty="0" err="1">
                <a:latin typeface="+mj-lt"/>
                <a:cs typeface="Times New Roman" panose="02020603050405020304" pitchFamily="18" charset="0"/>
              </a:rPr>
              <a:t>mpk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, id, m) = E(</a:t>
            </a:r>
            <a:r>
              <a:rPr lang="en-US" altLang="zh-TW" sz="2000" dirty="0" err="1">
                <a:latin typeface="+mj-lt"/>
                <a:cs typeface="Times New Roman" panose="02020603050405020304" pitchFamily="18" charset="0"/>
              </a:rPr>
              <a:t>mpk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, H(id), m)</a:t>
            </a:r>
          </a:p>
          <a:p>
            <a:pPr lvl="1"/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This maps the identity space from </a:t>
            </a:r>
            <a:r>
              <a:rPr lang="zh-TW" altLang="en-US" sz="2000" dirty="0">
                <a:latin typeface="+mj-lt"/>
                <a:cs typeface="Times New Roman" panose="02020603050405020304" pitchFamily="18" charset="0"/>
              </a:rPr>
              <a:t>𝒟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′ to </a:t>
            </a:r>
            <a:r>
              <a:rPr lang="zh-TW" altLang="en-US" sz="2000" dirty="0">
                <a:latin typeface="+mj-lt"/>
                <a:cs typeface="Times New Roman" panose="02020603050405020304" pitchFamily="18" charset="0"/>
              </a:rPr>
              <a:t>𝒟</a:t>
            </a:r>
            <a:r>
              <a:rPr lang="en-US" altLang="zh-TW" sz="2000" dirty="0">
                <a:latin typeface="+mj-lt"/>
                <a:cs typeface="Times New Roman" panose="02020603050405020304" pitchFamily="18" charset="0"/>
              </a:rPr>
              <a:t>, achieving adaptive security in the random oracle model.</a:t>
            </a:r>
          </a:p>
          <a:p>
            <a:pPr lvl="1"/>
            <a:endParaRPr lang="en-US" altLang="zh-TW" sz="2000" dirty="0">
              <a:latin typeface="+mj-lt"/>
              <a:cs typeface="Times New Roman" panose="02020603050405020304" pitchFamily="18" charset="0"/>
            </a:endParaRPr>
          </a:p>
          <a:p>
            <a:pPr lvl="1"/>
            <a:endParaRPr lang="en-US" altLang="zh-TW" sz="2000" dirty="0">
              <a:latin typeface="+mj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479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36D28-9F8C-CB63-817C-E870DE58D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D25A353-F504-BC37-B021-DF9C82D3A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66" y="707633"/>
            <a:ext cx="10804153" cy="704800"/>
          </a:xfrm>
        </p:spPr>
        <p:txBody>
          <a:bodyPr/>
          <a:lstStyle/>
          <a:p>
            <a:r>
              <a:rPr lang="en-US" altLang="zh-TW" dirty="0"/>
              <a:t>Related security notions</a:t>
            </a:r>
            <a:r>
              <a:rPr lang="zh-TW" altLang="en-US" dirty="0"/>
              <a:t>──</a:t>
            </a:r>
            <a:r>
              <a:rPr lang="en-US" altLang="zh-TW" dirty="0"/>
              <a:t>Chosen-ciphertext secure IBE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28D79997-14FD-DB6C-AC58-445B49C79EB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4" y="2113280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Core Concept: Resisting Active Attacks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allowing an adversary to perform decryption queries.</a:t>
                </a:r>
              </a:p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Enhancements for attack gaming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Building on the basic security game, the adversary can also: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Decryption query: Submit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The challenger computes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𝑚𝑠𝑘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d>
                      <m:d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altLang="zh-TW" sz="2000" i="1" dirty="0" err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m:rPr>
                                <m:sty m:val="p"/>
                              </m:rPr>
                              <a:rPr lang="en-US" altLang="zh-TW" sz="20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d</m:t>
                            </m:r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, and sends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 to the adversary.</a:t>
                </a:r>
              </a:p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Restrictions: The adversary cannot perform decryption queries on the </a:t>
                </a:r>
                <a:r>
                  <a:rPr lang="en-US" altLang="zh-TW" sz="2000" dirty="0">
                    <a:solidFill>
                      <a:srgbClr val="FF0000"/>
                    </a:solidFill>
                    <a:latin typeface="+mj-lt"/>
                    <a:cs typeface="Times New Roman" panose="02020603050405020304" pitchFamily="18" charset="0"/>
                  </a:rPr>
                  <a:t>challenge ciphertext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𝑖𝑑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∗,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∗) . </m:t>
                    </m:r>
                  </m:oMath>
                </a14:m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28D79997-14FD-DB6C-AC58-445B49C79E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4" y="2113280"/>
                <a:ext cx="11027673" cy="4037087"/>
              </a:xfrm>
              <a:blipFill>
                <a:blip r:embed="rId3"/>
                <a:stretch>
                  <a:fillRect r="-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9233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E96BB-07CA-C2FA-A6E4-E677602BD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66E4D2F-2D7E-7282-65EC-004959048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66" y="707633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B183F58F-978D-C4A2-5ACE-008C9DF61B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1869440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This section demonstrates how to use bilinear pairings to construct IBE schemes. Two classic constructions are provided: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Construction 1: </a:t>
                </a:r>
                <a:r>
                  <a:rPr lang="en-US" altLang="zh-TW" sz="2000" dirty="0" err="1">
                    <a:latin typeface="+mj-lt"/>
                    <a:cs typeface="Times New Roman" panose="02020603050405020304" pitchFamily="18" charset="0"/>
                  </a:rPr>
                  <a:t>Boneh</a:t>
                </a:r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-Franklin IBE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ℰ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𝐵𝐹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Construction 2: </a:t>
                </a:r>
                <a:r>
                  <a:rPr lang="en-US" altLang="zh-TW" sz="2000" dirty="0" err="1">
                    <a:latin typeface="+mj-lt"/>
                    <a:cs typeface="Times New Roman" panose="02020603050405020304" pitchFamily="18" charset="0"/>
                  </a:rPr>
                  <a:t>Boneh-Boyen</a:t>
                </a:r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 IBE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ℰ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𝐵𝐵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We will need the following components:</a:t>
                </a: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A pairing: e: </a:t>
                </a:r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are cyclic groups of prime order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</m:oMath>
                </a14:m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Generators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₀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∈ </m:t>
                    </m:r>
                    <m:r>
                      <a:rPr lang="zh-TW" alt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𝔾</m:t>
                    </m:r>
                    <m:r>
                      <a:rPr lang="zh-TW" alt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₀</m:t>
                    </m:r>
                    <m:r>
                      <a:rPr lang="zh-TW" alt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₁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∈ </m:t>
                    </m:r>
                    <m:r>
                      <a:rPr lang="zh-TW" alt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𝔾</m:t>
                    </m:r>
                    <m:r>
                      <a:rPr lang="zh-TW" alt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₁</m:t>
                    </m:r>
                  </m:oMath>
                </a14:m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A symmetric encryption scheme: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ℰ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, defined in (</a:t>
                </a:r>
                <a:r>
                  <a:rPr lang="zh-TW" altLang="en-US" sz="2000" dirty="0">
                    <a:latin typeface="+mj-lt"/>
                    <a:cs typeface="Times New Roman" panose="02020603050405020304" pitchFamily="18" charset="0"/>
                  </a:rPr>
                  <a:t>𝒦</a:t>
                </a:r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, ℳ, </a:t>
                </a:r>
                <a:r>
                  <a:rPr lang="zh-TW" altLang="en-US" sz="2000" dirty="0">
                    <a:latin typeface="+mj-lt"/>
                    <a:cs typeface="Times New Roman" panose="02020603050405020304" pitchFamily="18" charset="0"/>
                  </a:rPr>
                  <a:t>𝒞</a:t>
                </a:r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:r>
                  <a:rPr lang="en-US" altLang="zh-TW" sz="2000" dirty="0"/>
                  <a:t>hash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zh-TW" sz="20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B183F58F-978D-C4A2-5ACE-008C9DF61B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1869440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770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1F431-FA92-E8CA-A113-64665822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6E6E53E-359D-EECB-7BE2-ACF271F65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B7A2C987-2BAB-E6CC-6605-648E1671E78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𝐸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𝐵𝐹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= (</m:t>
                    </m:r>
                    <m:r>
                      <a:rPr lang="en-US" altLang="zh-TW" sz="2000" i="1" dirty="0">
                        <a:latin typeface="+mj-lt"/>
                      </a:rPr>
                      <m:t>𝑆</m:t>
                    </m:r>
                    <m:r>
                      <a:rPr lang="en-US" altLang="zh-TW" sz="2000" i="1" dirty="0">
                        <a:latin typeface="+mj-lt"/>
                      </a:rPr>
                      <m:t>, </m:t>
                    </m:r>
                    <m:r>
                      <a:rPr lang="en-US" altLang="zh-TW" sz="2000" i="1" dirty="0">
                        <a:latin typeface="+mj-lt"/>
                      </a:rPr>
                      <m:t>𝐺</m:t>
                    </m:r>
                    <m:r>
                      <a:rPr lang="en-US" altLang="zh-TW" sz="2000" i="1" dirty="0">
                        <a:latin typeface="+mj-lt"/>
                      </a:rPr>
                      <m:t>, </m:t>
                    </m:r>
                    <m:r>
                      <a:rPr lang="en-US" altLang="zh-TW" sz="2000" i="1" dirty="0">
                        <a:latin typeface="+mj-lt"/>
                      </a:rPr>
                      <m:t>𝐸</m:t>
                    </m:r>
                    <m:r>
                      <a:rPr lang="en-US" altLang="zh-TW" sz="2000" i="1" dirty="0">
                        <a:latin typeface="+mj-lt"/>
                      </a:rPr>
                      <m:t>, </m:t>
                    </m:r>
                    <m:r>
                      <a:rPr lang="en-US" altLang="zh-TW" sz="2000" i="1" dirty="0">
                        <a:latin typeface="+mj-lt"/>
                      </a:rPr>
                      <m:t>𝐷</m:t>
                    </m:r>
                    <m:r>
                      <a:rPr lang="en-US" altLang="zh-TW" sz="2000" i="1" dirty="0">
                        <a:latin typeface="+mj-lt"/>
                      </a:rPr>
                      <m:t>) 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be the IBE scheme with identity space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𝐼𝐷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 and message space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𝑀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𝑆</m:t>
                    </m:r>
                    <m:r>
                      <a:rPr lang="en-US" altLang="zh-TW" sz="2000" i="1" dirty="0">
                        <a:latin typeface="+mj-lt"/>
                      </a:rPr>
                      <m:t>()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: the setup algorithm runs as follows:  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  <a:cs typeface="Times New Roman" panose="02020603050405020304" pitchFamily="18" charset="0"/>
                      </a:rPr>
                      <m:t>𝛼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 smtClean="0">
                            <a:latin typeface="+mj-lt"/>
                            <a:cs typeface="Times New Roman" panose="02020603050405020304" pitchFamily="18" charset="0"/>
                          </a:rPr>
                        </m:ctrlPr>
                      </m:groupChrPr>
                      <m:e>
                        <m:r>
                          <a:rPr lang="en-US" altLang="zh-TW" sz="2000" i="1" dirty="0" smtClean="0">
                            <a:latin typeface="+mj-lt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 err="1" smtClean="0">
                            <a:latin typeface="+mj-lt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err="1" smtClean="0">
                            <a:latin typeface="+mj-lt"/>
                            <a:cs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zh-TW" sz="2000" i="1" dirty="0" err="1" smtClean="0">
                            <a:latin typeface="+mj-lt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  <a:cs typeface="Times New Roman" panose="02020603050405020304" pitchFamily="18" charset="0"/>
                  </a:rPr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  <a:cs typeface="Times New Roman" panose="02020603050405020304" pitchFamily="18" charset="0"/>
                      </a:rPr>
                      <m:t>←</m:t>
                    </m:r>
                    <m:r>
                      <a:rPr lang="en-US" altLang="zh-TW" sz="2000" i="1" dirty="0" smtClean="0">
                        <a:latin typeface="+mj-lt"/>
                        <a:cs typeface="Times New Roman" panose="02020603050405020304" pitchFamily="18" charset="0"/>
                      </a:rPr>
                      <m:t>𝑔</m:t>
                    </m:r>
                    <m:r>
                      <a:rPr lang="en-US" altLang="zh-TW" sz="2000" i="1" baseline="-25000" dirty="0" smtClean="0">
                        <a:latin typeface="+mj-lt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altLang="zh-TW" sz="2000" i="1" baseline="30000" dirty="0" smtClean="0">
                        <a:latin typeface="+mj-lt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baseline="30000" dirty="0">
                    <a:latin typeface="+mj-lt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+mj-lt"/>
                  </a:rPr>
                  <a:t> ,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𝑚𝑝𝑘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r>
                      <a:rPr lang="en-US" altLang="zh-TW" sz="2000" i="1" dirty="0" err="1" smtClean="0">
                        <a:latin typeface="+mj-lt"/>
                      </a:rPr>
                      <m:t>𝑚𝑠𝑘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r>
                      <a:rPr lang="en-US" altLang="zh-TW" sz="2000" i="1" dirty="0" smtClean="0">
                        <a:latin typeface="+mj-lt"/>
                      </a:rPr>
                      <m:t>𝛼</m:t>
                    </m:r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r>
                      <a:rPr lang="en-US" altLang="zh-TW" sz="2000" i="1" dirty="0" smtClean="0">
                        <a:latin typeface="+mj-lt"/>
                      </a:rPr>
                      <m:t>𝑜𝑢𝑡𝑝𝑢𝑡</m:t>
                    </m:r>
                    <m:d>
                      <m:d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sz="2000" i="1" dirty="0" err="1" smtClean="0">
                            <a:latin typeface="+mj-lt"/>
                          </a:rPr>
                          <m:t>𝑚𝑝𝑘</m:t>
                        </m:r>
                        <m:r>
                          <a:rPr lang="en-US" altLang="zh-TW" sz="2000" i="1" dirty="0" err="1" smtClean="0">
                            <a:latin typeface="+mj-lt"/>
                          </a:rPr>
                          <m:t>,</m:t>
                        </m:r>
                        <m:r>
                          <a:rPr lang="en-US" altLang="zh-TW" sz="2000" i="1" dirty="0" err="1" smtClean="0">
                            <a:latin typeface="+mj-lt"/>
                          </a:rPr>
                          <m:t>𝑚𝑠𝑘</m:t>
                        </m:r>
                      </m:e>
                    </m:d>
                  </m:oMath>
                </a14:m>
                <a:endParaRPr lang="en-US" altLang="zh-TW" sz="2000" baseline="30000" dirty="0"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𝐺</m:t>
                    </m:r>
                    <m:r>
                      <a:rPr lang="en-US" altLang="zh-TW" sz="2000" i="1" dirty="0" smtClean="0">
                        <a:latin typeface="+mj-lt"/>
                      </a:rPr>
                      <m:t>(</m:t>
                    </m:r>
                    <m:r>
                      <a:rPr lang="en-US" altLang="zh-TW" sz="2000" i="1" dirty="0" err="1">
                        <a:latin typeface="+mj-lt"/>
                      </a:rPr>
                      <m:t>𝑚𝑠𝑘</m:t>
                    </m:r>
                    <m:r>
                      <a:rPr lang="en-US" altLang="zh-TW" sz="2000" i="1" dirty="0">
                        <a:latin typeface="+mj-lt"/>
                      </a:rPr>
                      <m:t>, </m:t>
                    </m:r>
                    <m:r>
                      <a:rPr lang="en-US" altLang="zh-TW" sz="2000" i="1" dirty="0">
                        <a:latin typeface="+mj-lt"/>
                      </a:rPr>
                      <m:t>𝑖𝑑</m:t>
                    </m:r>
                    <m:r>
                      <a:rPr lang="en-US" altLang="zh-TW" sz="2000" i="1" dirty="0">
                        <a:latin typeface="+mj-lt"/>
                      </a:rPr>
                      <m:t>): 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key generation using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𝑚𝑠𝑘</m:t>
                    </m:r>
                    <m:r>
                      <a:rPr lang="en-US" altLang="zh-TW" sz="2000" i="1" dirty="0">
                        <a:latin typeface="+mj-lt"/>
                      </a:rPr>
                      <m:t>=</m:t>
                    </m:r>
                    <m:r>
                      <a:rPr lang="en-US" altLang="zh-TW" sz="2000" i="1" dirty="0" smtClean="0">
                        <a:latin typeface="+mj-lt"/>
                      </a:rPr>
                      <m:t>𝛼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 runs as: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𝑆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𝑖𝑑</m:t>
                        </m:r>
                      </m:sub>
                    </m:sSub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+mj-lt"/>
                          </a:rPr>
                          <m:t>←</m:t>
                        </m:r>
                        <m:r>
                          <a:rPr lang="en-US" altLang="zh-TW" sz="2000" i="1" dirty="0" smtClean="0">
                            <a:latin typeface="+mj-lt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dPr>
                          <m:e>
                            <m:r>
                              <a:rPr lang="en-US" altLang="zh-TW" sz="2000" i="1" dirty="0">
                                <a:latin typeface="+mj-lt"/>
                              </a:rPr>
                              <m:t>𝑖𝑑</m:t>
                            </m:r>
                          </m:e>
                        </m:d>
                      </m:e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𝛼</m:t>
                        </m:r>
                      </m:sup>
                    </m:sSup>
                    <m:r>
                      <a:rPr lang="en-US" altLang="zh-TW" sz="2000" i="1" dirty="0" smtClean="0">
                        <a:latin typeface="+mj-lt"/>
                      </a:rPr>
                      <m:t>∈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,</m:t>
                    </m:r>
                    <m:r>
                      <a:rPr lang="en-US" altLang="zh-TW" sz="2000" i="1" dirty="0">
                        <a:latin typeface="+mj-lt"/>
                      </a:rPr>
                      <m:t>𝑜𝑢𝑡𝑝𝑢𝑡</m:t>
                    </m:r>
                    <m:r>
                      <a:rPr lang="en-US" altLang="zh-TW" sz="2000" b="0" i="1" dirty="0" smtClean="0">
                        <a:latin typeface="+mj-lt"/>
                      </a:rPr>
                      <m:t>  </m:t>
                    </m:r>
                    <m:r>
                      <a:rPr lang="en-US" altLang="zh-TW" sz="2000" i="1" dirty="0" err="1" smtClean="0">
                        <a:latin typeface="+mj-lt"/>
                      </a:rPr>
                      <m:t>𝑠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err="1" smtClean="0">
                            <a:latin typeface="+mj-lt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𝑖𝑑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.</m:t>
                    </m:r>
                  </m:oMath>
                </a14:m>
                <a:endParaRPr lang="en-US" altLang="zh-TW" sz="2000" baseline="30000" dirty="0"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𝐸</m:t>
                    </m:r>
                    <m:r>
                      <a:rPr lang="en-US" altLang="zh-TW" sz="2000" i="1" dirty="0" smtClean="0">
                        <a:latin typeface="+mj-lt"/>
                      </a:rPr>
                      <m:t>(</m:t>
                    </m:r>
                    <m:r>
                      <a:rPr lang="en-US" altLang="zh-TW" sz="2000" i="1" dirty="0" err="1">
                        <a:latin typeface="+mj-lt"/>
                      </a:rPr>
                      <m:t>𝑚𝑝𝑘</m:t>
                    </m:r>
                    <m:r>
                      <a:rPr lang="en-US" altLang="zh-TW" sz="2000" i="1" dirty="0">
                        <a:latin typeface="+mj-lt"/>
                      </a:rPr>
                      <m:t>, </m:t>
                    </m:r>
                    <m:r>
                      <a:rPr lang="en-US" altLang="zh-TW" sz="2000" i="1" dirty="0">
                        <a:latin typeface="+mj-lt"/>
                      </a:rPr>
                      <m:t>𝑖𝑑</m:t>
                    </m:r>
                    <m:r>
                      <a:rPr lang="en-US" altLang="zh-TW" sz="2000" i="1" dirty="0">
                        <a:latin typeface="+mj-lt"/>
                      </a:rPr>
                      <m:t>, </m:t>
                    </m:r>
                    <m:r>
                      <a:rPr lang="en-US" altLang="zh-TW" sz="2000" i="1" dirty="0">
                        <a:latin typeface="+mj-lt"/>
                      </a:rPr>
                      <m:t>𝑚</m:t>
                    </m:r>
                    <m:r>
                      <a:rPr lang="en-US" altLang="zh-TW" sz="2000" i="1" dirty="0">
                        <a:latin typeface="+mj-lt"/>
                      </a:rPr>
                      <m:t>): 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encryption using the public parameters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𝑚𝑝𝑘</m:t>
                    </m:r>
                    <m:r>
                      <a:rPr lang="en-US" altLang="zh-TW" sz="2000" i="1" dirty="0">
                        <a:latin typeface="+mj-lt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 runs as: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𝛽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groupChr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𝑍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𝑞</m:t>
                        </m:r>
                      </m:sub>
                    </m:sSub>
                    <m:r>
                      <a:rPr lang="pl-PL" altLang="zh-TW" sz="2000" i="1" dirty="0">
                        <a:latin typeface="+mj-lt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𝑤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sSubSup>
                      <m:sSub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Sup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𝑔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1</m:t>
                        </m:r>
                      </m:sub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𝛽</m:t>
                        </m:r>
                      </m:sup>
                    </m:sSubSup>
                    <m:r>
                      <a:rPr lang="pl-PL" altLang="zh-TW" sz="2000" i="1" dirty="0">
                        <a:latin typeface="+mj-lt"/>
                      </a:rPr>
                      <m:t>,</m:t>
                    </m:r>
                    <m:r>
                      <a:rPr lang="pl-PL" altLang="zh-TW" sz="2000" i="1" dirty="0" smtClean="0">
                        <a:latin typeface="+mj-lt"/>
                      </a:rPr>
                      <m:t>𝑧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r>
                      <a:rPr lang="pl-PL" altLang="zh-TW" sz="2000" i="1" dirty="0" smtClean="0">
                        <a:latin typeface="+mj-lt"/>
                      </a:rPr>
                      <m:t>𝑒</m:t>
                    </m:r>
                    <m:d>
                      <m:d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𝐻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pl-PL" altLang="zh-TW" sz="2000" i="1" dirty="0" smtClean="0">
                                <a:latin typeface="+mj-lt"/>
                              </a:rPr>
                            </m:ctrlPr>
                          </m:dPr>
                          <m:e>
                            <m:r>
                              <a:rPr lang="pl-PL" altLang="zh-TW" sz="2000" i="1" dirty="0">
                                <a:latin typeface="+mj-lt"/>
                              </a:rPr>
                              <m:t>𝑖𝑑</m:t>
                            </m:r>
                          </m:e>
                        </m:d>
                        <m:r>
                          <a:rPr lang="pl-PL" altLang="zh-TW" sz="2000" i="1" dirty="0" smtClean="0">
                            <a:latin typeface="+mj-lt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Sup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𝑢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 dirty="0" smtClean="0">
                                <a:latin typeface="+mj-lt"/>
                              </a:rPr>
                              <m:t>𝛽</m:t>
                            </m:r>
                          </m:sup>
                        </m:sSubSup>
                        <m:r>
                          <a:rPr lang="en-US" altLang="zh-TW" sz="2000" b="0" i="1" dirty="0" smtClean="0">
                            <a:latin typeface="+mj-lt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TW" sz="20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TW" sz="2000" b="0" i="1" dirty="0" smtClean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+mj-lt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+mj-lt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TW" sz="2000" b="0" i="1" dirty="0" smtClean="0">
                                <a:latin typeface="+mj-lt"/>
                              </a:rPr>
                              <m:t>𝛼</m:t>
                            </m:r>
                            <m:r>
                              <a:rPr lang="en-US" altLang="zh-TW" sz="2000" i="1" dirty="0" smtClean="0">
                                <a:latin typeface="+mj-lt"/>
                              </a:rPr>
                              <m:t>𝛽</m:t>
                            </m:r>
                          </m:sup>
                        </m:sSup>
                      </m:e>
                    </m:d>
                    <m:r>
                      <a:rPr lang="en-US" altLang="zh-TW" sz="2000" i="1" dirty="0" smtClean="0">
                        <a:latin typeface="+mj-lt"/>
                      </a:rPr>
                      <m:t>∈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𝑇</m:t>
                        </m:r>
                      </m:sub>
                    </m:sSub>
                    <m:r>
                      <a:rPr lang="pl-PL" altLang="zh-TW" sz="2000" i="1" dirty="0">
                        <a:latin typeface="+mj-lt"/>
                      </a:rPr>
                      <m:t>,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𝑒</m:t>
                    </m:r>
                    <m:r>
                      <a:rPr lang="en-US" altLang="zh-TW" sz="2000" i="1" dirty="0" smtClean="0">
                        <a:latin typeface="+mj-lt"/>
                      </a:rPr>
                      <m:t>: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​×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​→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𝑇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pl-PL" altLang="zh-TW" sz="2000" i="1" dirty="0" smtClean="0">
                        <a:latin typeface="+mj-lt"/>
                      </a:rPr>
                      <m:t>𝑘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𝐻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l-PL" altLang="zh-TW" sz="2000" i="1" dirty="0" smtClean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𝑤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+mj-lt"/>
                          </a:rPr>
                          <m:t>,</m:t>
                        </m:r>
                        <m:r>
                          <a:rPr lang="pl-PL" altLang="zh-TW" sz="2000" i="1" dirty="0">
                            <a:latin typeface="+mj-lt"/>
                          </a:rPr>
                          <m:t>𝑧</m:t>
                        </m:r>
                      </m:e>
                    </m:d>
                    <m:r>
                      <a:rPr lang="pl-PL" altLang="zh-TW" sz="2000" i="1" dirty="0">
                        <a:latin typeface="+mj-lt"/>
                      </a:rPr>
                      <m:t>,</m:t>
                    </m:r>
                    <m:r>
                      <a:rPr lang="pl-PL" altLang="zh-TW" sz="2000" i="1" dirty="0" smtClean="0">
                        <a:latin typeface="+mj-lt"/>
                      </a:rPr>
                      <m:t>𝑐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groupChrPr>
                      <m:e>
                        <m:r>
                          <a:rPr lang="pl-PL" altLang="zh-TW" sz="2000" i="1" dirty="0">
                            <a:latin typeface="+mj-lt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𝐸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pl-PL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pl-PL" altLang="zh-TW" sz="2000" i="1" dirty="0">
                            <a:latin typeface="+mj-lt"/>
                          </a:rPr>
                          <m:t>𝑘</m:t>
                        </m:r>
                        <m:r>
                          <a:rPr lang="pl-PL" altLang="zh-TW" sz="2000" i="1" dirty="0">
                            <a:latin typeface="+mj-lt"/>
                          </a:rPr>
                          <m:t>,</m:t>
                        </m:r>
                        <m:r>
                          <a:rPr lang="pl-PL" altLang="zh-TW" sz="2000" i="1" dirty="0">
                            <a:latin typeface="+mj-lt"/>
                          </a:rPr>
                          <m:t>𝑚</m:t>
                        </m:r>
                      </m:e>
                    </m:d>
                    <m:r>
                      <a:rPr lang="pl-PL" altLang="zh-TW" sz="2000" i="1" dirty="0">
                        <a:latin typeface="+mj-lt"/>
                      </a:rPr>
                      <m:t>,</m:t>
                    </m:r>
                    <m:r>
                      <a:rPr lang="pl-PL" altLang="zh-TW" sz="2000" i="1" dirty="0">
                        <a:latin typeface="+mj-lt"/>
                      </a:rPr>
                      <m:t>𝑜𝑢𝑡𝑝𝑢𝑡</m:t>
                    </m:r>
                    <m:d>
                      <m:dPr>
                        <m:ctrlPr>
                          <a:rPr lang="pl-PL" altLang="zh-TW" sz="2000" i="1" dirty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𝑤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+mj-lt"/>
                          </a:rPr>
                          <m:t>,</m:t>
                        </m:r>
                        <m:r>
                          <a:rPr lang="pl-PL" altLang="zh-TW" sz="2000" i="1" dirty="0">
                            <a:latin typeface="+mj-lt"/>
                          </a:rPr>
                          <m:t>𝑐</m:t>
                        </m:r>
                      </m:e>
                    </m:d>
                  </m:oMath>
                </a14:m>
                <a:endParaRPr lang="en-US" altLang="zh-TW" sz="2000" baseline="30000" dirty="0">
                  <a:latin typeface="+mj-lt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𝐷</m:t>
                    </m:r>
                    <m:d>
                      <m:d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sz="2000" i="1" dirty="0" err="1" smtClean="0">
                            <a:latin typeface="+mj-lt"/>
                          </a:rPr>
                          <m:t>𝑠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 smtClean="0">
                                <a:latin typeface="+mj-lt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+mj-lt"/>
                              </a:rPr>
                              <m:t>𝑖𝑑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,</m:t>
                        </m:r>
                        <m:d>
                          <m:d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+mj-lt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000" i="1" dirty="0" smtClean="0">
                                    <a:latin typeface="+mj-lt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000" i="1" dirty="0">
                                <a:latin typeface="+mj-lt"/>
                              </a:rPr>
                              <m:t>,</m:t>
                            </m:r>
                            <m:r>
                              <a:rPr lang="en-US" altLang="zh-TW" sz="2000" i="1" dirty="0">
                                <a:latin typeface="+mj-lt"/>
                              </a:rPr>
                              <m:t>𝑐</m:t>
                            </m:r>
                          </m:e>
                        </m:d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 : decryption using secret key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𝑠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𝑖𝑑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 of ciphertext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+mj-lt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,</m:t>
                        </m:r>
                        <m:r>
                          <a:rPr lang="en-US" altLang="zh-TW" sz="2000" i="1" dirty="0">
                            <a:latin typeface="+mj-lt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 runs as follows: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pl-PL" altLang="zh-TW" sz="2000" i="1" dirty="0" smtClean="0">
                        <a:latin typeface="+mj-lt"/>
                      </a:rPr>
                      <m:t>𝑧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r>
                      <a:rPr lang="pl-PL" altLang="zh-TW" sz="2000" i="1" dirty="0" smtClean="0">
                        <a:latin typeface="+mj-lt"/>
                      </a:rPr>
                      <m:t>𝑒</m:t>
                    </m:r>
                    <m:d>
                      <m:dPr>
                        <m:ctrlPr>
                          <a:rPr lang="pl-PL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𝑠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𝑘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𝑖𝑑</m:t>
                            </m:r>
                          </m:sub>
                        </m:sSub>
                        <m:r>
                          <a:rPr lang="pl-PL" altLang="zh-TW" sz="2000" i="1" dirty="0" smtClean="0">
                            <a:latin typeface="+mj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𝑤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l-PL" altLang="zh-TW" sz="2000" i="1" dirty="0" smtClean="0">
                        <a:latin typeface="+mj-lt"/>
                      </a:rPr>
                      <m:t>,</m:t>
                    </m:r>
                    <m:r>
                      <a:rPr lang="pl-PL" altLang="zh-TW" sz="2000" i="1" dirty="0" smtClean="0">
                        <a:latin typeface="+mj-lt"/>
                      </a:rPr>
                      <m:t>𝑘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𝐻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l-PL" altLang="zh-TW" sz="2000" i="1" dirty="0" smtClean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𝑤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 smtClean="0">
                            <a:latin typeface="+mj-lt"/>
                          </a:rPr>
                          <m:t>,</m:t>
                        </m:r>
                        <m:r>
                          <a:rPr lang="pl-PL" altLang="zh-TW" sz="2000" i="1" dirty="0" smtClean="0">
                            <a:latin typeface="+mj-lt"/>
                          </a:rPr>
                          <m:t>𝑧</m:t>
                        </m:r>
                      </m:e>
                    </m:d>
                    <m:r>
                      <a:rPr lang="pl-PL" altLang="zh-TW" sz="2000" i="1" dirty="0" smtClean="0">
                        <a:latin typeface="+mj-lt"/>
                      </a:rPr>
                      <m:t>,</m:t>
                    </m:r>
                    <m:r>
                      <a:rPr lang="pl-PL" altLang="zh-TW" sz="2000" i="1" dirty="0" smtClean="0">
                        <a:latin typeface="+mj-lt"/>
                      </a:rPr>
                      <m:t>𝑚</m:t>
                    </m:r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𝐷</m:t>
                        </m:r>
                      </m:e>
                      <m:sub>
                        <m:r>
                          <a:rPr lang="pl-PL" altLang="zh-TW" sz="2000" i="1" dirty="0" smtClean="0">
                            <a:latin typeface="+mj-lt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pl-PL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pl-PL" altLang="zh-TW" sz="2000" i="1" dirty="0" smtClean="0">
                            <a:latin typeface="+mj-lt"/>
                          </a:rPr>
                          <m:t>𝑘</m:t>
                        </m:r>
                        <m:r>
                          <a:rPr lang="pl-PL" altLang="zh-TW" sz="2000" i="1" dirty="0" smtClean="0">
                            <a:latin typeface="+mj-lt"/>
                          </a:rPr>
                          <m:t>,</m:t>
                        </m:r>
                        <m:r>
                          <a:rPr lang="pl-PL" altLang="zh-TW" sz="2000" i="1" dirty="0" smtClean="0">
                            <a:latin typeface="+mj-lt"/>
                          </a:rPr>
                          <m:t>𝑐</m:t>
                        </m:r>
                      </m:e>
                    </m:d>
                    <m:r>
                      <a:rPr lang="pl-PL" altLang="zh-TW" sz="2000" i="1" dirty="0" smtClean="0">
                        <a:latin typeface="+mj-lt"/>
                      </a:rPr>
                      <m:t>,</m:t>
                    </m:r>
                    <m:r>
                      <a:rPr lang="pl-PL" altLang="zh-TW" sz="2000" i="1" dirty="0" smtClean="0">
                        <a:latin typeface="+mj-lt"/>
                      </a:rPr>
                      <m:t>𝑜𝑢𝑡𝑝𝑢𝑡</m:t>
                    </m:r>
                    <m:r>
                      <a:rPr lang="en-US" altLang="zh-TW" sz="2000" b="0" i="1" dirty="0" smtClean="0">
                        <a:latin typeface="+mj-lt"/>
                      </a:rPr>
                      <m:t> </m:t>
                    </m:r>
                    <m:r>
                      <a:rPr lang="pl-PL" altLang="zh-TW" sz="2000" i="1" dirty="0" smtClean="0">
                        <a:latin typeface="+mj-lt"/>
                      </a:rPr>
                      <m:t>𝑚</m:t>
                    </m:r>
                    <m:r>
                      <a:rPr lang="pl-PL" altLang="zh-TW" sz="2000" i="1" dirty="0" smtClean="0">
                        <a:latin typeface="+mj-lt"/>
                      </a:rPr>
                      <m:t>. 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:endParaRPr lang="en-US" altLang="zh-TW" sz="2000" baseline="300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B7A2C987-2BAB-E6CC-6605-648E1671E7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  <a:blipFill>
                <a:blip r:embed="rId3"/>
                <a:stretch>
                  <a:fillRect r="-1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7810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79C9-B841-6F8B-9F71-3FC105F42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A609015-2869-3031-5AA1-F679B4A42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3BDD3BDC-15A9-5985-D6C1-642563D6FA1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</a:rPr>
                  <a:t>The decision-BDH assumption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Attack Game 15.8 (Decision bilinear Die-Hellman).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𝛼</m:t>
                    </m:r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r>
                      <a:rPr lang="en-US" altLang="zh-TW" sz="2000" i="1" dirty="0" smtClean="0">
                        <a:latin typeface="+mj-lt"/>
                      </a:rPr>
                      <m:t>𝛽</m:t>
                    </m:r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r>
                      <a:rPr lang="zh-TW" altLang="en-US" sz="2000" i="1" dirty="0" smtClean="0">
                        <a:latin typeface="+mj-lt"/>
                      </a:rPr>
                      <m:t>𝛾</m:t>
                    </m:r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r>
                      <a:rPr lang="zh-TW" altLang="en-US" sz="2000" i="1" dirty="0" smtClean="0">
                        <a:latin typeface="+mj-lt"/>
                      </a:rPr>
                      <m:t>𝛿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groupChr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 err="1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err="1" smtClean="0">
                            <a:latin typeface="+mj-lt"/>
                          </a:rPr>
                          <m:t>𝑍</m:t>
                        </m:r>
                      </m:e>
                      <m:sub>
                        <m:r>
                          <a:rPr lang="en-US" altLang="zh-TW" sz="2000" i="1" dirty="0" err="1" smtClean="0">
                            <a:latin typeface="+mj-lt"/>
                          </a:rPr>
                          <m:t>𝑞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</a:rPr>
                      <m:t>.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</a:rPr>
                      <m:t>←</m:t>
                    </m:r>
                    <m:sSubSup>
                      <m:sSub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Sup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𝑔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𝛼</m:t>
                        </m:r>
                      </m:sup>
                    </m:sSubSup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←</m:t>
                    </m:r>
                    <m:sSubSup>
                      <m:sSub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SupPr>
                      <m:e>
                        <m:r>
                          <a:rPr lang="en-US" altLang="zh-TW" sz="2000" i="1" dirty="0">
                            <a:latin typeface="+mj-lt"/>
                          </a:rPr>
                          <m:t>𝑔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𝛼</m:t>
                        </m:r>
                      </m:sup>
                    </m:sSubSup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←</m:t>
                    </m:r>
                    <m:sSubSup>
                      <m:sSub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Sup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𝑔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𝛽</m:t>
                        </m:r>
                      </m:sup>
                    </m:sSubSup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𝑤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←</m:t>
                    </m:r>
                    <m:sSubSup>
                      <m:sSub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Sup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𝑔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1</m:t>
                        </m:r>
                      </m:sub>
                      <m:sup>
                        <m:r>
                          <a:rPr lang="zh-TW" altLang="en-US" sz="2000" i="1" dirty="0" smtClean="0">
                            <a:latin typeface="+mj-lt"/>
                          </a:rPr>
                          <m:t>𝛾</m:t>
                        </m:r>
                      </m:sup>
                    </m:sSubSup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eal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BDH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: </m:t>
                    </m:r>
                    <m:sSup>
                      <m:s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+mj-lt"/>
                          </a:rPr>
                          <m:t>z</m:t>
                        </m:r>
                      </m:e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p>
                    </m:sSup>
                    <m:r>
                      <a:rPr lang="en-US" altLang="zh-TW" sz="2000" i="1" dirty="0">
                        <a:latin typeface="+mj-lt"/>
                      </a:rPr>
                      <m:t>←</m:t>
                    </m:r>
                    <m:r>
                      <a:rPr lang="en-US" altLang="zh-TW" sz="2000" i="1" dirty="0" smtClean="0">
                        <a:latin typeface="+mj-lt"/>
                      </a:rPr>
                      <m:t>𝑒</m:t>
                    </m:r>
                    <m:sSup>
                      <m:s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+mj-lt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altLang="zh-TW" sz="2000" i="1" dirty="0" smtClean="0">
                                    <a:latin typeface="+mj-lt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TW" sz="2000" i="1" dirty="0" smtClean="0">
                                <a:latin typeface="+mj-lt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+mj-lt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altLang="zh-TW" sz="2000" i="1" dirty="0" smtClean="0">
                                    <a:latin typeface="+mj-lt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TW" sz="2000" i="1" dirty="0" smtClean="0">
                            <a:latin typeface="+mj-lt"/>
                          </a:rPr>
                          <m:t>𝛼</m:t>
                        </m:r>
                        <m:r>
                          <a:rPr lang="zh-TW" altLang="en-US" sz="2000" i="1" dirty="0" smtClean="0">
                            <a:latin typeface="+mj-lt"/>
                          </a:rPr>
                          <m:t>𝛽𝛾</m:t>
                        </m:r>
                      </m:sup>
                    </m:sSup>
                    <m:r>
                      <a:rPr lang="en-US" altLang="zh-TW" sz="2000" i="1" dirty="0" smtClean="0">
                        <a:latin typeface="+mj-lt"/>
                      </a:rPr>
                      <m:t>∈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𝑇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</a:rPr>
                      <m:t>,</m:t>
                    </m:r>
                    <m:r>
                      <m:rPr>
                        <m:sty m:val="p"/>
                      </m:rP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Random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BHD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: </m:t>
                    </m:r>
                    <m:sSup>
                      <m:sSup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+mj-lt"/>
                          </a:rPr>
                          <m:t>z</m:t>
                        </m:r>
                      </m:e>
                      <m:sup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sup>
                    </m:sSup>
                    <m:r>
                      <a:rPr lang="en-US" altLang="zh-TW" sz="2000" i="1" dirty="0">
                        <a:latin typeface="+mj-lt"/>
                      </a:rPr>
                      <m:t>←</m:t>
                    </m:r>
                    <m:r>
                      <a:rPr lang="en-US" altLang="zh-TW" sz="2000" i="1" dirty="0">
                        <a:latin typeface="+mj-lt"/>
                      </a:rPr>
                      <m:t>𝑒</m:t>
                    </m:r>
                    <m:sSup>
                      <m:sSup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+mj-lt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+mj-lt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TW" sz="2000" i="1" dirty="0">
                                <a:latin typeface="+mj-lt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000" i="1" dirty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+mj-lt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+mj-lt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zh-TW" altLang="en-US" sz="2000" i="1" dirty="0" smtClean="0">
                            <a:latin typeface="+mj-lt"/>
                          </a:rPr>
                          <m:t>𝛿</m:t>
                        </m:r>
                      </m:sup>
                    </m:sSup>
                    <m:r>
                      <a:rPr lang="en-US" altLang="zh-TW" sz="2000" i="1" dirty="0">
                        <a:latin typeface="+mj-lt"/>
                      </a:rPr>
                      <m:t>∈</m:t>
                    </m:r>
                    <m:sSub>
                      <m:sSub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𝐺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𝑇</m:t>
                        </m:r>
                      </m:sub>
                    </m:sSub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</a:rPr>
                  <a:t>Given adversary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l-PL" altLang="zh-TW" sz="2000" i="1" dirty="0" smtClean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𝑢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0</m:t>
                            </m:r>
                          </m:sub>
                        </m:sSub>
                        <m:r>
                          <a:rPr lang="pl-PL" altLang="zh-TW" sz="2000" i="1" dirty="0">
                            <a:latin typeface="+mj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𝑢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+mj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𝑣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0</m:t>
                            </m:r>
                          </m:sub>
                        </m:sSub>
                        <m:r>
                          <a:rPr lang="pl-PL" altLang="zh-TW" sz="2000" i="1" dirty="0">
                            <a:latin typeface="+mj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𝑤</m:t>
                            </m:r>
                          </m:e>
                          <m:sub>
                            <m:r>
                              <a:rPr lang="pl-PL" altLang="zh-TW" sz="2000" i="1" dirty="0" smtClean="0">
                                <a:latin typeface="+mj-lt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 smtClean="0">
                            <a:latin typeface="+mj-lt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𝑧</m:t>
                            </m:r>
                          </m:e>
                          <m:sup>
                            <m:r>
                              <a:rPr lang="pl-PL" altLang="zh-TW" sz="2000" i="1" dirty="0" smtClean="0">
                                <a:latin typeface="+mj-lt"/>
                              </a:rPr>
                              <m:t>𝑏</m:t>
                            </m:r>
                          </m:sup>
                        </m:sSup>
                      </m:e>
                    </m:d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:r>
                  <a:rPr lang="en-US" altLang="zh-TW" sz="2000" dirty="0">
                    <a:latin typeface="+mj-lt"/>
                  </a:rPr>
                  <a:t>The adversary outputs a bit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accPr>
                      <m:e>
                        <m:r>
                          <a:rPr lang="en-US" altLang="zh-TW" sz="2000" b="0" i="1" dirty="0" smtClean="0">
                            <a:latin typeface="+mj-lt"/>
                          </a:rPr>
                          <m:t>𝑏</m:t>
                        </m:r>
                      </m:e>
                    </m:acc>
                    <m:r>
                      <a:rPr lang="en-US" altLang="zh-TW" sz="2000" b="0" i="1" dirty="0" smtClean="0">
                        <a:latin typeface="+mj-lt"/>
                      </a:rPr>
                      <m:t>∈{</m:t>
                    </m:r>
                    <m:r>
                      <a:rPr lang="en-US" altLang="zh-TW" sz="2000" b="0" i="1" dirty="0" smtClean="0">
                        <a:latin typeface="+mj-lt"/>
                      </a:rPr>
                      <m:t>0</m:t>
                    </m:r>
                    <m:r>
                      <a:rPr lang="en-US" altLang="zh-TW" sz="2000" b="0" i="1" dirty="0">
                        <a:latin typeface="+mj-lt"/>
                      </a:rPr>
                      <m:t>,</m:t>
                    </m:r>
                    <m:r>
                      <a:rPr lang="en-US" altLang="zh-TW" sz="2000" b="0" i="1" dirty="0">
                        <a:latin typeface="+mj-lt"/>
                      </a:rPr>
                      <m:t>1</m:t>
                    </m:r>
                    <m:r>
                      <a:rPr lang="en-US" altLang="zh-TW" sz="2000" b="0" i="1" dirty="0" smtClean="0">
                        <a:latin typeface="+mj-lt"/>
                      </a:rPr>
                      <m:t>}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:r>
                  <a:rPr lang="en-US" altLang="zh-TW" sz="2000" dirty="0">
                    <a:latin typeface="+mj-lt"/>
                  </a:rPr>
                  <a:t>Define A’s advantage in solving the decision bilinear Die-Hellman problem for e as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𝐷𝐵𝐷𝐻𝑎𝑑𝑣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sz="2000" i="1" dirty="0" err="1" smtClean="0">
                            <a:latin typeface="+mj-lt"/>
                          </a:rPr>
                          <m:t>𝐴</m:t>
                        </m:r>
                        <m:r>
                          <a:rPr lang="en-US" altLang="zh-TW" sz="2000" i="1" dirty="0" err="1" smtClean="0">
                            <a:latin typeface="+mj-lt"/>
                          </a:rPr>
                          <m:t>,</m:t>
                        </m:r>
                        <m:r>
                          <a:rPr lang="en-US" altLang="zh-TW" sz="2000" i="1" dirty="0" err="1" smtClean="0">
                            <a:latin typeface="+mj-lt"/>
                          </a:rPr>
                          <m:t>𝑒</m:t>
                        </m:r>
                      </m:e>
                    </m:d>
                    <m:r>
                      <a:rPr lang="en-US" altLang="zh-TW" sz="2000" i="1" dirty="0" smtClean="0">
                        <a:latin typeface="+mj-lt"/>
                      </a:rPr>
                      <m:t>≔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sz="2000" i="1" dirty="0" err="1" smtClean="0">
                            <a:latin typeface="+mj-lt"/>
                          </a:rPr>
                          <m:t>𝑃</m:t>
                        </m:r>
                        <m:func>
                          <m:func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funcPr>
                          <m:fName>
                            <m:r>
                              <a:rPr lang="en-US" altLang="zh-TW" sz="2000" i="1" dirty="0" err="1" smtClean="0">
                                <a:latin typeface="+mj-lt"/>
                              </a:rPr>
                              <m:t>𝑟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2000" i="1" dirty="0" smtClean="0">
                                    <a:latin typeface="+mj-lt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 smtClean="0">
                                        <a:latin typeface="+mj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 smtClean="0">
                                        <a:latin typeface="+mj-lt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altLang="zh-TW" sz="2000" i="1" dirty="0" smtClean="0">
                                        <a:latin typeface="+mj-lt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en-US" altLang="zh-TW" sz="2000" i="1" dirty="0" smtClean="0">
                            <a:latin typeface="+mj-lt"/>
                          </a:rPr>
                          <m:t>−</m:t>
                        </m:r>
                        <m:r>
                          <a:rPr lang="en-US" altLang="zh-TW" sz="2000" i="1" dirty="0" err="1" smtClean="0">
                            <a:latin typeface="+mj-lt"/>
                          </a:rPr>
                          <m:t>𝑃</m:t>
                        </m:r>
                        <m:func>
                          <m:func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funcPr>
                          <m:fName>
                            <m:r>
                              <a:rPr lang="en-US" altLang="zh-TW" sz="2000" i="1" dirty="0" err="1" smtClean="0">
                                <a:latin typeface="+mj-lt"/>
                              </a:rPr>
                              <m:t>𝑟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2000" i="1" dirty="0" smtClean="0">
                                    <a:latin typeface="+mj-lt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 smtClean="0">
                                        <a:latin typeface="+mj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 smtClean="0">
                                        <a:latin typeface="+mj-lt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altLang="zh-TW" sz="2000" i="1" dirty="0" smtClean="0">
                                        <a:latin typeface="+mj-lt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:r>
                  <a:rPr lang="en-US" altLang="zh-TW" sz="2000" dirty="0">
                    <a:latin typeface="+mj-lt"/>
                  </a:rPr>
                  <a:t>We say that the decision bilinear </a:t>
                </a:r>
                <a:r>
                  <a:rPr lang="en-US" altLang="zh-TW" sz="2000" dirty="0" err="1">
                    <a:latin typeface="+mj-lt"/>
                  </a:rPr>
                  <a:t>DieHellman</a:t>
                </a:r>
                <a:r>
                  <a:rPr lang="en-US" altLang="zh-TW" sz="2000" dirty="0">
                    <a:latin typeface="+mj-lt"/>
                  </a:rPr>
                  <a:t> (DBDH) assumption holds for the pairing e if for all </a:t>
                </a:r>
                <a:r>
                  <a:rPr lang="en-US" altLang="zh-TW" sz="2000" dirty="0" err="1">
                    <a:latin typeface="+mj-lt"/>
                  </a:rPr>
                  <a:t>ecient</a:t>
                </a:r>
                <a:r>
                  <a:rPr lang="en-US" altLang="zh-TW" sz="2000" dirty="0">
                    <a:latin typeface="+mj-lt"/>
                  </a:rPr>
                  <a:t> adversaries A the quantity </a:t>
                </a:r>
                <a:r>
                  <a:rPr lang="en-US" altLang="zh-TW" sz="2000" dirty="0" err="1">
                    <a:latin typeface="+mj-lt"/>
                  </a:rPr>
                  <a:t>DBDHadv</a:t>
                </a:r>
                <a:r>
                  <a:rPr lang="en-US" altLang="zh-TW" sz="2000" dirty="0">
                    <a:latin typeface="+mj-lt"/>
                  </a:rPr>
                  <a:t>[A, e] is negligible.</a:t>
                </a: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3BDD3BDC-15A9-5985-D6C1-642563D6F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7420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E4EED-3082-2583-5951-F8FF4807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C79A086-FC17-5226-A709-BDD4DF8F0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51EA7654-224B-18B3-6874-8258E23774C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</a:rPr>
                  <a:t>Security of the IBE scheme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𝐸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𝐵𝐹</m:t>
                        </m:r>
                      </m:sub>
                    </m:sSub>
                  </m:oMath>
                </a14:m>
                <a:endParaRPr lang="en-US" altLang="zh-TW" sz="2000" i="1" dirty="0">
                  <a:latin typeface="+mj-lt"/>
                </a:endParaRPr>
              </a:p>
              <a:p>
                <a:pPr lvl="1"/>
                <a:r>
                  <a:rPr lang="en-US" altLang="zh-TW" sz="2000" i="1" dirty="0">
                    <a:latin typeface="+mj-lt"/>
                  </a:rPr>
                  <a:t>If the following conditions hold:</a:t>
                </a:r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i="1" dirty="0">
                    <a:latin typeface="+mj-lt"/>
                  </a:rPr>
                  <a:t>The Decision-BDH Assumption is difficult for e pairing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i="1" dirty="0">
                    <a:latin typeface="+mj-lt"/>
                  </a:rPr>
                  <a:t> is modeled as a random oracle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i="1" dirty="0">
                    <a:latin typeface="+mj-lt"/>
                  </a:rPr>
                  <a:t> is a secure key derivation function (KDF)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zh-TW" altLang="en-US" sz="2000" i="1" dirty="0" smtClean="0">
                            <a:latin typeface="+mj-lt"/>
                          </a:rPr>
                          <m:t>𝜀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altLang="zh-TW" sz="2000" i="1" dirty="0">
                    <a:latin typeface="+mj-lt"/>
                  </a:rPr>
                  <a:t> is a semantically secure symmetric encryption scheme</a:t>
                </a:r>
              </a:p>
              <a:p>
                <a:r>
                  <a:rPr lang="en-US" altLang="zh-TW" sz="2000" i="1" dirty="0">
                    <a:latin typeface="+mj-lt"/>
                  </a:rPr>
                  <a:t>Upper bound of advantage			</a:t>
                </a:r>
              </a:p>
              <a:p>
                <a:pPr marL="18626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zh-TW" sz="2000" i="1" dirty="0" err="1" smtClean="0">
                              <a:latin typeface="Cambria Math" panose="02040503050406030204" pitchFamily="18" charset="0"/>
                            </a:rPr>
                            <m:t>𝑟𝑜</m:t>
                          </m:r>
                        </m:sup>
                      </m:sSup>
                      <m:r>
                        <a:rPr lang="en-US" altLang="zh-TW" sz="2000" i="1" dirty="0" smtClean="0">
                          <a:latin typeface="Cambria Math" panose="02040503050406030204" pitchFamily="18" charset="0"/>
                        </a:rPr>
                        <m:t>𝑎𝑑𝑣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𝐵𝐹</m:t>
                              </m:r>
                            </m:sub>
                          </m:sSub>
                          <m:r>
                            <a:rPr lang="en-US" altLang="zh-TW" sz="2000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72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​+</m:t>
                          </m:r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000" i="1" dirty="0" err="1">
                          <a:latin typeface="Cambria Math" panose="02040503050406030204" pitchFamily="18" charset="0"/>
                        </a:rPr>
                        <m:t>𝐷𝐵𝐷𝐻𝑎𝑑𝑣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 dirty="0" err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zh-TW" sz="2000" i="1" dirty="0" err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​,</m:t>
                          </m:r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𝐾𝐷𝐹𝑎𝑑𝑣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zh-TW" sz="2000" i="1" dirty="0" err="1" smtClean="0">
                                  <a:latin typeface="Cambria Math" panose="02040503050406030204" pitchFamily="18" charset="0"/>
                                </a:rPr>
                                <m:t>𝑘𝑑𝑓</m:t>
                              </m:r>
                            </m:sub>
                          </m:sSub>
                          <m:r>
                            <a:rPr lang="en-US" altLang="zh-TW" sz="2000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0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 dirty="0" err="1">
                          <a:latin typeface="Cambria Math" panose="02040503050406030204" pitchFamily="18" charset="0"/>
                        </a:rPr>
                        <m:t>𝑆𝑆𝑎𝑑𝑣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​,</m:t>
                          </m:r>
                          <m:sSub>
                            <m:sSubPr>
                              <m:ctrlP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TW" sz="20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altLang="zh-TW" sz="20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r>
                        <a:rPr lang="en-US" altLang="zh-TW" sz="20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000" dirty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TW" altLang="en-US" sz="2000" dirty="0">
                    <a:latin typeface="+mj-lt"/>
                  </a:rPr>
                  <a:t> </a:t>
                </a:r>
                <a:r>
                  <a:rPr lang="en-US" altLang="zh-TW" sz="2000" dirty="0">
                    <a:latin typeface="+mj-lt"/>
                  </a:rPr>
                  <a:t>:Number of key queries performed by the adversary</a:t>
                </a: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51EA7654-224B-18B3-6874-8258E23774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8309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529-89C2-9116-FE52-C72016FE8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06FEA2D-6A1F-9C5D-33E4-710053127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r>
              <a:rPr lang="zh-TW" altLang="en-US" dirty="0"/>
              <a:t> ─── </a:t>
            </a:r>
            <a:r>
              <a:rPr lang="en-US" altLang="zh-TW" dirty="0"/>
              <a:t>Proof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6B9C525-1A04-2E5C-5999-8F4306213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3" y="2203090"/>
            <a:ext cx="11027673" cy="4037087"/>
          </a:xfrm>
        </p:spPr>
        <p:txBody>
          <a:bodyPr/>
          <a:lstStyle/>
          <a:p>
            <a:r>
              <a:rPr lang="en-US" altLang="zh-TW" sz="2000" dirty="0">
                <a:latin typeface="+mj-lt"/>
              </a:rPr>
              <a:t>Steps</a:t>
            </a:r>
          </a:p>
          <a:p>
            <a:pPr marL="1253047" lvl="1" indent="-457200">
              <a:buFont typeface="+mj-lt"/>
              <a:buAutoNum type="arabicPeriod"/>
            </a:pPr>
            <a:r>
              <a:rPr lang="en-US" altLang="zh-TW" sz="2000" i="1" dirty="0">
                <a:latin typeface="+mj-lt"/>
              </a:rPr>
              <a:t>Starting with a real game: An adversary attacks a practical IBE scheme.</a:t>
            </a:r>
          </a:p>
          <a:p>
            <a:pPr marL="1253047" lvl="1" indent="-457200">
              <a:buFont typeface="+mj-lt"/>
              <a:buAutoNum type="arabicPeriod"/>
            </a:pPr>
            <a:endParaRPr lang="en-US" altLang="zh-TW" sz="2000" i="1" dirty="0">
              <a:latin typeface="+mj-lt"/>
            </a:endParaRPr>
          </a:p>
          <a:p>
            <a:pPr marL="1253047" lvl="1" indent="-457200">
              <a:buFont typeface="+mj-lt"/>
              <a:buAutoNum type="arabicPeriod"/>
            </a:pPr>
            <a:r>
              <a:rPr lang="en-US" altLang="zh-TW" sz="2000" i="1" dirty="0">
                <a:latin typeface="+mj-lt"/>
              </a:rPr>
              <a:t>Substituting the challenge ciphertext: Replace z in the challenge ciphertext with a random value.</a:t>
            </a:r>
          </a:p>
          <a:p>
            <a:pPr marL="1253047" lvl="1" indent="-457200">
              <a:buFont typeface="+mj-lt"/>
              <a:buAutoNum type="arabicPeriod"/>
            </a:pPr>
            <a:endParaRPr lang="en-US" altLang="zh-TW" sz="2000" i="1" dirty="0">
              <a:latin typeface="+mj-lt"/>
            </a:endParaRPr>
          </a:p>
          <a:p>
            <a:pPr marL="1253047" lvl="1" indent="-457200">
              <a:buFont typeface="+mj-lt"/>
              <a:buAutoNum type="arabicPeriod"/>
            </a:pPr>
            <a:r>
              <a:rPr lang="en-US" altLang="zh-TW" sz="2000" i="1" dirty="0">
                <a:latin typeface="+mj-lt"/>
              </a:rPr>
              <a:t>Substituting the symmetric key: Replace the output of the key derivation with a random key.</a:t>
            </a:r>
          </a:p>
          <a:p>
            <a:pPr marL="1253047" lvl="1" indent="-457200">
              <a:buFont typeface="+mj-lt"/>
              <a:buAutoNum type="arabicPeriod"/>
            </a:pPr>
            <a:endParaRPr lang="en-US" altLang="zh-TW" sz="2000" i="1" dirty="0">
              <a:latin typeface="+mj-lt"/>
            </a:endParaRPr>
          </a:p>
          <a:p>
            <a:pPr marL="1253047" lvl="1" indent="-457200">
              <a:buFont typeface="+mj-lt"/>
              <a:buAutoNum type="arabicPeriod"/>
            </a:pPr>
            <a:r>
              <a:rPr lang="en-US" altLang="zh-TW" sz="2000" i="1" dirty="0">
                <a:latin typeface="+mj-lt"/>
              </a:rPr>
              <a:t>Exploiting symmetric encryption security: The adversary's advantage ultimately stems from the security of symmetric encryption.</a:t>
            </a:r>
          </a:p>
        </p:txBody>
      </p:sp>
    </p:spTree>
    <p:extLst>
      <p:ext uri="{BB962C8B-B14F-4D97-AF65-F5344CB8AC3E}">
        <p14:creationId xmlns:p14="http://schemas.microsoft.com/office/powerpoint/2010/main" val="706581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458E9-1BD0-9FB3-C0AE-0B738EC5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6CF01E40-B7FE-483D-9F20-A30D9E72E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r>
              <a:rPr lang="zh-TW" altLang="en-US" dirty="0"/>
              <a:t> ─── </a:t>
            </a:r>
            <a:r>
              <a:rPr lang="en-US" altLang="zh-TW" dirty="0"/>
              <a:t>Proof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D19F64D0-11A7-2E17-AC82-31DBBA63403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</p:spPr>
            <p:txBody>
              <a:bodyPr/>
              <a:lstStyle/>
              <a:p>
                <a:pPr marL="643462" indent="-457200">
                  <a:buFont typeface="+mj-lt"/>
                  <a:buAutoNum type="arabicPeriod"/>
                </a:pPr>
                <a:r>
                  <a:rPr lang="en-US" altLang="zh-TW" sz="2000" i="1" dirty="0">
                    <a:latin typeface="+mj-lt"/>
                  </a:rPr>
                  <a:t>Starting with a real game: An adversary attacks a practical IBE scheme.</a:t>
                </a:r>
              </a:p>
              <a:p>
                <a:r>
                  <a:rPr lang="en-US" altLang="zh-TW" sz="2000" dirty="0">
                    <a:latin typeface="+mj-lt"/>
                  </a:rPr>
                  <a:t>Adversary </a:t>
                </a:r>
                <a:r>
                  <a:rPr lang="zh-TW" altLang="en-US" sz="2000" dirty="0">
                    <a:latin typeface="+mj-lt"/>
                  </a:rPr>
                  <a:t>𝒜 </a:t>
                </a:r>
                <a:r>
                  <a:rPr lang="en-US" altLang="zh-TW" sz="2000" dirty="0">
                    <a:latin typeface="+mj-lt"/>
                  </a:rPr>
                  <a:t>attacks the real </a:t>
                </a:r>
                <a:r>
                  <a:rPr lang="en-US" altLang="zh-TW" sz="2000" dirty="0" err="1">
                    <a:latin typeface="+mj-lt"/>
                  </a:rPr>
                  <a:t>Boneh</a:t>
                </a:r>
                <a:r>
                  <a:rPr lang="en-US" altLang="zh-TW" sz="2000" dirty="0">
                    <a:latin typeface="+mj-lt"/>
                  </a:rPr>
                  <a:t>-Franklin IBE scheme using Attack Game (Private IBE).</a:t>
                </a:r>
              </a:p>
              <a:p>
                <a:r>
                  <a:rPr lang="en-US" altLang="zh-TW" sz="2000" dirty="0">
                    <a:latin typeface="+mj-lt"/>
                  </a:rPr>
                  <a:t>All components operate as in the real scheme: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sz="20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1" dirty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000" i="1" dirty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zh-TW" altLang="en-US" sz="2000" i="1" dirty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(correct calculation)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(correct derivation)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zh-TW" alt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(correct encryption)</a:t>
                </a:r>
              </a:p>
              <a:p>
                <a:r>
                  <a:rPr lang="en-US" altLang="zh-TW" sz="2000" i="1" dirty="0">
                    <a:latin typeface="+mj-lt"/>
                  </a:rPr>
                  <a:t>Adversary Advantage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𝑆</m:t>
                    </m:r>
                    <m:sSup>
                      <m:sSup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zh-TW" i="1" dirty="0" err="1" smtClean="0">
                            <a:latin typeface="Cambria Math" panose="02040503050406030204" pitchFamily="18" charset="0"/>
                          </a:rPr>
                          <m:t>𝑟𝑜</m:t>
                        </m:r>
                      </m:sup>
                    </m:sSup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𝑎𝑑𝑣</m:t>
                    </m:r>
                    <m:d>
                      <m:dPr>
                        <m:begChr m:val="["/>
                        <m:endChr m:val="]"/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𝐵𝐹</m:t>
                            </m:r>
                          </m:sub>
                        </m:s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	</m:t>
                    </m:r>
                  </m:oMath>
                </a14:m>
                <a:endParaRPr lang="en-US" altLang="zh-TW" sz="2000" i="1" dirty="0">
                  <a:latin typeface="+mj-lt"/>
                </a:endParaRPr>
              </a:p>
              <a:p>
                <a:r>
                  <a:rPr lang="en-US" altLang="zh-TW" sz="2000" i="1" dirty="0">
                    <a:latin typeface="+mj-lt"/>
                  </a:rPr>
                  <a:t>This is our goal to prove: Prove that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𝑎𝑑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2000" i="1" dirty="0">
                    <a:latin typeface="+mj-lt"/>
                  </a:rPr>
                  <a:t> is negligible</a:t>
                </a:r>
              </a:p>
              <a:p>
                <a:pPr lvl="1"/>
                <a:endParaRPr lang="en-US" altLang="zh-TW" sz="2000" i="1" dirty="0">
                  <a:latin typeface="+mj-lt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D19F64D0-11A7-2E17-AC82-31DBBA6340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8809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0C5B-8F40-52F3-253A-77DB380D4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6BC7D74B-0E98-B731-9178-2017E6ADD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r>
              <a:rPr lang="zh-TW" altLang="en-US" dirty="0"/>
              <a:t> ─── </a:t>
            </a:r>
            <a:r>
              <a:rPr lang="en-US" altLang="zh-TW" dirty="0"/>
              <a:t>Proof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E01094FF-9B31-3802-F6FB-72FEB7A74EF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</p:spPr>
            <p:txBody>
              <a:bodyPr/>
              <a:lstStyle/>
              <a:p>
                <a:pPr marL="643462" indent="-457200">
                  <a:buFont typeface="+mj-lt"/>
                  <a:buAutoNum type="arabicPeriod" startAt="2"/>
                </a:pPr>
                <a:r>
                  <a:rPr lang="en-US" altLang="zh-TW" sz="2000" i="1" dirty="0">
                    <a:latin typeface="+mj-lt"/>
                  </a:rPr>
                  <a:t>Substituting the challenge ciphertext: Replace z in the challenge ciphertext with a random value.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Originally(game</a:t>
                </a:r>
                <a:r>
                  <a:rPr lang="zh-TW" altLang="en-US" sz="2000" dirty="0">
                    <a:latin typeface="+mj-lt"/>
                  </a:rPr>
                  <a:t> </a:t>
                </a:r>
                <a:r>
                  <a:rPr lang="en-US" altLang="zh-TW" sz="2000" dirty="0">
                    <a:latin typeface="+mj-lt"/>
                  </a:rPr>
                  <a:t>0): </a:t>
                </a:r>
                <a14:m>
                  <m:oMath xmlns:m="http://schemas.openxmlformats.org/officeDocument/2006/math">
                    <m:r>
                      <a:rPr lang="zh-TW" altLang="en-US" sz="2000" i="1" dirty="0" smtClean="0">
                        <a:latin typeface="+mj-lt"/>
                      </a:rPr>
                      <m:t>𝑧</m:t>
                    </m:r>
                    <m:r>
                      <a:rPr lang="en-US" altLang="zh-TW" sz="2000" i="1" dirty="0">
                        <a:latin typeface="+mj-lt"/>
                      </a:rPr>
                      <m:t>=</m:t>
                    </m:r>
                    <m:r>
                      <a:rPr lang="zh-TW" altLang="en-US" sz="2000" i="1" dirty="0">
                        <a:latin typeface="+mj-lt"/>
                      </a:rPr>
                      <m:t>𝑒</m:t>
                    </m:r>
                    <m:d>
                      <m:d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+mj-lt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,</m:t>
                        </m:r>
                        <m:d>
                          <m:d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dPr>
                          <m:e>
                            <m:r>
                              <a:rPr lang="zh-TW" altLang="en-US" sz="2000" i="1" dirty="0">
                                <a:latin typeface="+mj-lt"/>
                              </a:rPr>
                              <m:t>𝑖</m:t>
                            </m:r>
                            <m:sSub>
                              <m:sSubPr>
                                <m:ctrlPr>
                                  <a:rPr lang="en-US" altLang="zh-TW" sz="2000" i="1" dirty="0">
                                    <a:latin typeface="+mj-lt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000" i="1" dirty="0">
                                    <a:latin typeface="+mj-lt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zh-TW" altLang="en-US" sz="2000" i="1" dirty="0">
                                    <a:latin typeface="+mj-lt"/>
                                  </a:rPr>
                                  <m:t>𝑏</m:t>
                                </m:r>
                              </m:sub>
                            </m:sSub>
                          </m:e>
                        </m:d>
                        <m:sSubSup>
                          <m:sSubSup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SupPr>
                          <m:e>
                            <m:r>
                              <a:rPr lang="zh-TW" altLang="en-US" sz="2000" i="1" dirty="0">
                                <a:latin typeface="+mj-lt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en-US" sz="2000" i="1" dirty="0">
                                <a:latin typeface="+mj-lt"/>
                              </a:rPr>
                              <m:t>𝛽</m:t>
                            </m:r>
                          </m:sup>
                        </m:sSubSup>
                      </m:e>
                    </m:d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:r>
                  <a:rPr lang="en-US" altLang="zh-TW" sz="2000" dirty="0">
                    <a:latin typeface="+mj-lt"/>
                  </a:rPr>
                  <a:t>Now(game</a:t>
                </a:r>
                <a:r>
                  <a:rPr lang="zh-TW" altLang="en-US" sz="2000" dirty="0">
                    <a:latin typeface="+mj-lt"/>
                  </a:rPr>
                  <a:t> </a:t>
                </a:r>
                <a:r>
                  <a:rPr lang="en-US" altLang="zh-TW" sz="2000" dirty="0">
                    <a:latin typeface="+mj-lt"/>
                  </a:rPr>
                  <a:t>1): </a:t>
                </a:r>
                <a14:m>
                  <m:oMath xmlns:m="http://schemas.openxmlformats.org/officeDocument/2006/math">
                    <m:r>
                      <a:rPr lang="zh-TW" altLang="en-US" sz="2000" i="1" dirty="0" smtClean="0">
                        <a:latin typeface="+mj-lt"/>
                      </a:rPr>
                      <m:t>𝑧</m:t>
                    </m:r>
                    <m:groupChr>
                      <m:groupChrPr>
                        <m:chr m:val="←"/>
                        <m:vertJc m:val="bot"/>
                        <m:ctrlPr>
                          <a:rPr lang="zh-TW" altLang="en-US" sz="2000" i="1" dirty="0" smtClean="0">
                            <a:latin typeface="+mj-lt"/>
                          </a:rPr>
                        </m:ctrlPr>
                      </m:groupChrPr>
                      <m:e>
                        <m:r>
                          <a:rPr lang="zh-TW" altLang="en-US" sz="2000" i="1" dirty="0" smtClean="0">
                            <a:latin typeface="+mj-lt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zh-TW" altLang="en-US" sz="2000" i="1" dirty="0" smtClean="0">
                            <a:latin typeface="+mj-lt"/>
                          </a:rPr>
                          <m:t>𝔾</m:t>
                        </m:r>
                      </m:e>
                      <m:sub>
                        <m:r>
                          <a:rPr lang="zh-TW" altLang="en-US" sz="2000" i="1" dirty="0">
                            <a:latin typeface="+mj-lt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+mj-lt"/>
                  </a:rPr>
                  <a:t>(truly random)</a:t>
                </a:r>
              </a:p>
              <a:p>
                <a:r>
                  <a:rPr lang="en-US" altLang="zh-TW" sz="2000" i="1" dirty="0">
                    <a:latin typeface="+mj-lt"/>
                  </a:rPr>
                  <a:t>Suppose the adversary has an advantage of ϵ in distinguishing between game 0 and game 1.</a:t>
                </a:r>
              </a:p>
              <a:p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72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​+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i="1" dirty="0">
                    <a:latin typeface="+mj-lt"/>
                  </a:rPr>
                  <a:t>factor (from random oracle guesses</a:t>
                </a:r>
                <a:r>
                  <a:rPr lang="zh-TW" altLang="en-US" sz="2000" i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altLang="zh-TW" sz="2000" i="1" dirty="0">
                    <a:latin typeface="+mj-lt"/>
                  </a:rPr>
                  <a:t>)</a:t>
                </a:r>
              </a:p>
              <a:p>
                <a:pPr lvl="1"/>
                <a:r>
                  <a:rPr lang="en-US" altLang="zh-TW" sz="2000" i="1" dirty="0">
                    <a:latin typeface="+mj-lt"/>
                  </a:rPr>
                  <a:t>The simulator needs to guess the probability loss of the adversary's challenge identity</a:t>
                </a:r>
              </a:p>
              <a:p>
                <a:r>
                  <a:rPr lang="en-US" altLang="zh-TW" sz="2000" i="1" dirty="0">
                    <a:latin typeface="+mj-lt"/>
                  </a:rPr>
                  <a:t>Thus: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i="1" dirty="0">
                        <a:latin typeface="Cambria Math" panose="02040503050406030204" pitchFamily="18" charset="0"/>
                      </a:rPr>
                      <m:t>​−</m:t>
                    </m:r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i="1" dirty="0">
                        <a:latin typeface="Cambria Math" panose="02040503050406030204" pitchFamily="18" charset="0"/>
                      </a:rPr>
                      <m:t>​∣≤</m:t>
                    </m:r>
                    <m:r>
                      <a:rPr lang="en-US" altLang="zh-TW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TW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TW" i="1" dirty="0">
                        <a:latin typeface="Cambria Math" panose="02040503050406030204" pitchFamily="18" charset="0"/>
                      </a:rPr>
                      <m:t>72</m:t>
                    </m:r>
                    <m:r>
                      <a:rPr lang="en-US" altLang="zh-TW" i="1" dirty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​+</m:t>
                        </m:r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zh-TW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i="1" dirty="0" err="1">
                        <a:latin typeface="Cambria Math" panose="02040503050406030204" pitchFamily="18" charset="0"/>
                      </a:rPr>
                      <m:t>𝐷𝐵𝐷𝐻𝑎𝑑𝑣</m:t>
                    </m:r>
                  </m:oMath>
                </a14:m>
                <a:br>
                  <a:rPr lang="en-US" altLang="zh-TW" sz="2000" dirty="0"/>
                </a:br>
                <a:endParaRPr lang="en-US" altLang="zh-TW" sz="2000" i="1" dirty="0">
                  <a:latin typeface="+mj-lt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E01094FF-9B31-3802-F6FB-72FEB7A74E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  <a:blipFill>
                <a:blip r:embed="rId3"/>
                <a:stretch>
                  <a:fillRect r="-3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5495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3BDCA-7708-27F5-E2C6-D9CC24BBA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F329D82-3BD8-FC20-532D-3B027EF6F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r>
              <a:rPr lang="zh-TW" altLang="en-US" dirty="0"/>
              <a:t> ─── </a:t>
            </a:r>
            <a:r>
              <a:rPr lang="en-US" altLang="zh-TW" dirty="0"/>
              <a:t>Proof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41DBE8B7-3914-69C1-EA88-4157FC7101E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</p:spPr>
            <p:txBody>
              <a:bodyPr/>
              <a:lstStyle/>
              <a:p>
                <a:pPr marL="643462" indent="-457200">
                  <a:buFont typeface="+mj-lt"/>
                  <a:buAutoNum type="arabicPeriod" startAt="3"/>
                </a:pPr>
                <a:r>
                  <a:rPr lang="en-US" altLang="zh-TW" sz="2000" i="1" dirty="0">
                    <a:latin typeface="+mj-lt"/>
                  </a:rPr>
                  <a:t>Substituting the symmetric key: Replace the output of the key derivation with a random key.</a:t>
                </a:r>
              </a:p>
              <a:p>
                <a:r>
                  <a:rPr lang="en-US" altLang="zh-TW" dirty="0">
                    <a:latin typeface="+mj-lt"/>
                  </a:rPr>
                  <a:t>When generating the challenge ciphertext:</a:t>
                </a:r>
              </a:p>
              <a:p>
                <a:pPr lvl="1"/>
                <a:r>
                  <a:rPr lang="en-US" altLang="zh-TW" dirty="0">
                    <a:latin typeface="+mj-lt"/>
                  </a:rPr>
                  <a:t>Originally: 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TW" dirty="0">
                    <a:latin typeface="+mj-lt"/>
                  </a:rPr>
                  <a:t>(derived from </a:t>
                </a:r>
                <a:r>
                  <a:rPr lang="zh-TW" altLang="en-US" dirty="0">
                    <a:latin typeface="+mj-lt"/>
                  </a:rPr>
                  <a:t>𝑧</a:t>
                </a:r>
                <a:r>
                  <a:rPr lang="en-US" altLang="zh-TW" dirty="0">
                    <a:latin typeface="+mj-lt"/>
                  </a:rPr>
                  <a:t>)</a:t>
                </a:r>
              </a:p>
              <a:p>
                <a:pPr lvl="1"/>
                <a:r>
                  <a:rPr lang="en-US" altLang="zh-TW" dirty="0">
                    <a:latin typeface="+mj-lt"/>
                  </a:rPr>
                  <a:t>Now: 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zh-TW" altLang="en-US" i="1" dirty="0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a:rPr lang="zh-TW" alt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zh-TW" altLang="en-US" dirty="0">
                    <a:latin typeface="+mj-lt"/>
                  </a:rPr>
                  <a:t> </a:t>
                </a:r>
                <a:r>
                  <a:rPr lang="en-US" altLang="zh-TW" dirty="0">
                    <a:latin typeface="+mj-lt"/>
                  </a:rPr>
                  <a:t>(truly random)</a:t>
                </a:r>
              </a:p>
              <a:p>
                <a:r>
                  <a:rPr lang="en-US" altLang="zh-TW" sz="2000" i="1" dirty="0">
                    <a:latin typeface="+mj-lt"/>
                  </a:rPr>
                  <a:t>In Game 1, </a:t>
                </a:r>
                <a:r>
                  <a:rPr lang="zh-TW" altLang="en-US" sz="2000" i="1" dirty="0">
                    <a:latin typeface="+mj-lt"/>
                  </a:rPr>
                  <a:t>𝑧 </a:t>
                </a:r>
                <a:r>
                  <a:rPr lang="en-US" altLang="zh-TW" sz="2000" i="1" dirty="0">
                    <a:latin typeface="+mj-lt"/>
                  </a:rPr>
                  <a:t>is already random.</a:t>
                </a:r>
              </a:p>
              <a:p>
                <a:r>
                  <a:rPr lang="en-US" altLang="zh-TW" sz="2000" i="1" dirty="0">
                    <a:latin typeface="+mj-lt"/>
                  </a:rPr>
                  <a:t>If </a:t>
                </a:r>
                <a:r>
                  <a:rPr lang="zh-TW" altLang="en-US" sz="2000" i="1" dirty="0">
                    <a:latin typeface="+mj-lt"/>
                  </a:rPr>
                  <a:t>𝐻</a:t>
                </a:r>
                <a:r>
                  <a:rPr lang="en-US" altLang="zh-TW" sz="2000" i="1" dirty="0">
                    <a:latin typeface="+mj-lt"/>
                  </a:rPr>
                  <a:t>_1 is a secure KDF,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TW" sz="2000" i="1" dirty="0">
                    <a:latin typeface="+mj-lt"/>
                  </a:rPr>
                  <a:t>should be indistinguishable from a random key.</a:t>
                </a:r>
              </a:p>
              <a:p>
                <a:r>
                  <a:rPr lang="en-US" altLang="zh-TW" sz="2000" i="1" dirty="0">
                    <a:latin typeface="+mj-lt"/>
                  </a:rPr>
                  <a:t>An adversary that can distinguish between Game 1 and Game 2 can directly attack the KDF.</a:t>
                </a:r>
              </a:p>
              <a:p>
                <a:r>
                  <a:rPr lang="en-US" altLang="zh-TW" sz="2000" i="1" dirty="0">
                    <a:latin typeface="+mj-lt"/>
                  </a:rPr>
                  <a:t>Thus: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​−</m:t>
                    </m:r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​∣≤</m:t>
                    </m:r>
                    <m:r>
                      <a:rPr lang="en-US" altLang="zh-TW" i="1" dirty="0" err="1">
                        <a:latin typeface="Cambria Math" panose="02040503050406030204" pitchFamily="18" charset="0"/>
                      </a:rPr>
                      <m:t>𝐾𝐷𝐹𝑎𝑑𝑣</m:t>
                    </m:r>
                  </m:oMath>
                </a14:m>
                <a:endParaRPr lang="en-US" altLang="zh-TW" sz="2000" i="1" dirty="0">
                  <a:latin typeface="+mj-lt"/>
                </a:endParaRPr>
              </a:p>
              <a:p>
                <a:pPr marL="795847" lvl="1" indent="0">
                  <a:buNone/>
                </a:pPr>
                <a:endParaRPr lang="en-US" altLang="zh-TW" sz="2000" i="1" dirty="0">
                  <a:latin typeface="+mj-lt"/>
                </a:endParaRPr>
              </a:p>
              <a:p>
                <a:pPr lvl="1"/>
                <a:endParaRPr lang="en-US" altLang="zh-TW" sz="2000" i="1" dirty="0">
                  <a:latin typeface="+mj-lt"/>
                </a:endParaRPr>
              </a:p>
              <a:p>
                <a:pPr lvl="1"/>
                <a:endParaRPr lang="en-US" altLang="zh-TW" sz="2000" i="1" dirty="0">
                  <a:latin typeface="+mj-lt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41DBE8B7-3914-69C1-EA88-4157FC710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1869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37C2A-141C-8344-CDD3-975C663F7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1B5DFA1-BF14-67AB-7F9E-07A93D84E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r>
              <a:rPr lang="zh-TW" altLang="en-US" dirty="0"/>
              <a:t> ─── </a:t>
            </a:r>
            <a:r>
              <a:rPr lang="en-US" altLang="zh-TW" dirty="0"/>
              <a:t>Proof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17BF86A6-E8DE-B5A7-AF18-AA225F9C56D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</p:spPr>
            <p:txBody>
              <a:bodyPr/>
              <a:lstStyle/>
              <a:p>
                <a:pPr marL="643462" indent="-457200">
                  <a:buFont typeface="+mj-lt"/>
                  <a:buAutoNum type="arabicPeriod" startAt="4"/>
                </a:pPr>
                <a:r>
                  <a:rPr lang="en-US" altLang="zh-TW" sz="2000" i="1" dirty="0">
                    <a:latin typeface="+mj-lt"/>
                  </a:rPr>
                  <a:t>Exploiting symmetric encryption security: The adversary's advantage ultimately stems from the security of symmetric encryption.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k is truly random. 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The challenge ciphertext is </a:t>
                </a:r>
                <a14:m>
                  <m:oMath xmlns:m="http://schemas.openxmlformats.org/officeDocument/2006/math">
                    <m:r>
                      <a:rPr lang="zh-TW" altLang="en-US" sz="2000" i="1" dirty="0" smtClean="0">
                        <a:latin typeface="+mj-lt"/>
                      </a:rPr>
                      <m:t>𝑐</m:t>
                    </m:r>
                    <m:r>
                      <a:rPr lang="en-US" altLang="zh-TW" sz="2000" i="1" dirty="0">
                        <a:latin typeface="+mj-lt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zh-TW" altLang="en-US" sz="2000" i="1" dirty="0">
                            <a:latin typeface="+mj-lt"/>
                          </a:rPr>
                          <m:t>𝐸</m:t>
                        </m:r>
                      </m:e>
                      <m:sub>
                        <m:r>
                          <a:rPr lang="zh-TW" altLang="en-US" sz="2000" i="1" dirty="0">
                            <a:latin typeface="+mj-lt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dPr>
                      <m:e>
                        <m:r>
                          <a:rPr lang="zh-TW" altLang="en-US" sz="2000" i="1" dirty="0" smtClean="0">
                            <a:latin typeface="+mj-lt"/>
                          </a:rPr>
                          <m:t>𝑘</m:t>
                        </m:r>
                        <m:r>
                          <a:rPr lang="en-US" altLang="zh-TW" sz="2000" i="1" dirty="0" smtClean="0">
                            <a:latin typeface="+mj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+mj-lt"/>
                              </a:rPr>
                              <m:t>𝑚</m:t>
                            </m:r>
                          </m:e>
                          <m:sub>
                            <m:r>
                              <a:rPr lang="zh-TW" altLang="en-US" sz="2000" i="1" dirty="0">
                                <a:latin typeface="+mj-lt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, where </a:t>
                </a:r>
                <a:r>
                  <a:rPr lang="zh-TW" altLang="en-US" sz="2000" dirty="0">
                    <a:latin typeface="+mj-lt"/>
                  </a:rPr>
                  <a:t>𝑘 </a:t>
                </a:r>
                <a:r>
                  <a:rPr lang="en-US" altLang="zh-TW" sz="2000" dirty="0">
                    <a:latin typeface="+mj-lt"/>
                  </a:rPr>
                  <a:t>is independent of any other variables.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Adversary know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) &amp;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, guess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 ∈</m:t>
                    </m:r>
                    <m:r>
                      <m:rPr>
                        <m:lit/>
                      </m:rPr>
                      <a:rPr lang="en-US" altLang="zh-TW" sz="2000" i="1" dirty="0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lit/>
                      </m:rPr>
                      <a:rPr lang="en-US" altLang="zh-TW" sz="200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r>
                  <a:rPr lang="en-US" altLang="zh-TW" dirty="0">
                    <a:latin typeface="+mj-lt"/>
                  </a:rPr>
                  <a:t>Thus</a:t>
                </a:r>
                <a:r>
                  <a:rPr lang="zh-TW" altLang="en-US" dirty="0">
                    <a:latin typeface="+mj-lt"/>
                  </a:rPr>
                  <a:t>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altLang="zh-TW"/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000"/>
                          <m:t>Adv</m:t>
                        </m:r>
                      </m:e>
                      <m:sub>
                        <m:r>
                          <a:rPr lang="ar-AE" altLang="zh-TW"/>
                          <m:t>2</m:t>
                        </m:r>
                      </m:sub>
                    </m:sSub>
                    <m:r>
                      <a:rPr lang="ar-AE" altLang="zh-TW"/>
                      <m:t>≤</m:t>
                    </m:r>
                    <m:r>
                      <m:rPr>
                        <m:nor/>
                      </m:rPr>
                      <a:rPr lang="en-US" altLang="zh-TW" i="1"/>
                      <m:t>SSadv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zh-TW" i="1"/>
                        </m:ctrlPr>
                      </m:dPr>
                      <m:e>
                        <m:sSub>
                          <m:sSubPr>
                            <m:ctrlPr>
                              <a:rPr lang="ar-AE" altLang="zh-TW" i="1"/>
                            </m:ctrlPr>
                          </m:sSubPr>
                          <m:e>
                            <m:r>
                              <a:rPr lang="ar-AE" altLang="zh-TW"/>
                              <m:t>ℬ</m:t>
                            </m:r>
                          </m:e>
                          <m:sub>
                            <m:r>
                              <a:rPr lang="zh-TW" altLang="ar-AE" i="1"/>
                              <m:t>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altLang="zh-TW" i="1"/>
                            </m:ctrlPr>
                          </m:sSubPr>
                          <m:e>
                            <m:r>
                              <a:rPr lang="ar-AE" altLang="zh-TW"/>
                              <m:t>ℰ</m:t>
                            </m:r>
                          </m:e>
                          <m:sub>
                            <m:r>
                              <a:rPr lang="zh-TW" altLang="ar-AE" i="1"/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ar-AE" altLang="zh-TW" sz="2000" dirty="0"/>
              </a:p>
              <a:p>
                <a:endParaRPr lang="en-US" altLang="zh-TW" sz="2000" i="1" dirty="0">
                  <a:latin typeface="+mj-lt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17BF86A6-E8DE-B5A7-AF18-AA225F9C56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402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62099-8B2A-36D3-444E-AE609CB49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0BC897B-F590-E7D0-96B3-64001E3A4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1</a:t>
            </a:r>
            <a:r>
              <a:rPr lang="zh-TW" altLang="en-US" dirty="0"/>
              <a:t> ─── </a:t>
            </a:r>
            <a:r>
              <a:rPr lang="en-US" altLang="zh-TW" dirty="0"/>
              <a:t>Proof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CB9938BE-609E-AE16-6833-E2986E50948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</p:spPr>
            <p:txBody>
              <a:bodyPr/>
              <a:lstStyle/>
              <a:p>
                <a:pPr marL="643462" indent="-457200">
                  <a:buFont typeface="+mj-lt"/>
                  <a:buAutoNum type="arabicPeriod" startAt="5"/>
                </a:pPr>
                <a:r>
                  <a:rPr lang="en-US" altLang="zh-TW" sz="2000" i="1" dirty="0">
                    <a:latin typeface="+mj-lt"/>
                  </a:rPr>
                  <a:t>Combine all boundaries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​=</m:t>
                    </m:r>
                    <m:r>
                      <a:rPr lang="en-US" altLang="zh-TW" sz="2000" i="1" dirty="0">
                        <a:latin typeface="+mj-lt"/>
                      </a:rPr>
                      <m:t>𝑆</m:t>
                    </m:r>
                    <m:sSup>
                      <m:sSup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+mj-lt"/>
                          </a:rPr>
                          <m:t>𝑆</m:t>
                        </m:r>
                      </m:e>
                      <m:sup>
                        <m:r>
                          <a:rPr lang="en-US" altLang="zh-TW" sz="2000" i="1" dirty="0" err="1">
                            <a:latin typeface="+mj-lt"/>
                          </a:rPr>
                          <m:t>𝑟𝑜</m:t>
                        </m:r>
                      </m:sup>
                    </m:sSup>
                    <m:r>
                      <a:rPr lang="en-US" altLang="zh-TW" sz="2000" i="1" dirty="0">
                        <a:latin typeface="+mj-lt"/>
                      </a:rPr>
                      <m:t>𝑎𝑑𝑣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sz="2000" i="1" dirty="0">
                            <a:latin typeface="+mj-lt"/>
                          </a:rPr>
                          <m:t>𝐴</m:t>
                        </m:r>
                        <m:r>
                          <a:rPr lang="en-US" altLang="zh-TW" sz="2000" i="1" dirty="0">
                            <a:latin typeface="+mj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+mj-lt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𝐵𝐹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​</m:t>
                        </m:r>
                      </m:e>
                    </m:d>
                    <m:r>
                      <a:rPr lang="en-US" altLang="zh-TW" sz="2400" i="1" dirty="0">
                        <a:latin typeface="+mj-lt"/>
                      </a:rPr>
                      <m:t>	</m:t>
                    </m:r>
                  </m:oMath>
                </a14:m>
                <a:endParaRPr lang="en-US" altLang="zh-TW" sz="2000" i="1" dirty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+mj-lt"/>
                      </a:rPr>
                      <m:t>∣</m:t>
                    </m:r>
                    <m:r>
                      <a:rPr lang="en-US" altLang="zh-TW" sz="2000" i="1" dirty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​−</m:t>
                    </m:r>
                    <m:r>
                      <a:rPr lang="en-US" altLang="zh-TW" sz="2000" i="1" dirty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​∣≤</m:t>
                    </m:r>
                    <m:r>
                      <a:rPr lang="en-US" altLang="zh-TW" sz="2000" i="1" dirty="0">
                        <a:latin typeface="+mj-lt"/>
                      </a:rPr>
                      <m:t>2</m:t>
                    </m:r>
                    <m:r>
                      <a:rPr lang="en-US" altLang="zh-TW" sz="2000" i="1" dirty="0">
                        <a:latin typeface="+mj-lt"/>
                      </a:rPr>
                      <m:t>.</m:t>
                    </m:r>
                    <m:r>
                      <a:rPr lang="en-US" altLang="zh-TW" sz="2000" i="1" dirty="0">
                        <a:latin typeface="+mj-lt"/>
                      </a:rPr>
                      <m:t>72</m:t>
                    </m:r>
                    <m:r>
                      <a:rPr lang="en-US" altLang="zh-TW" sz="2000" i="1" dirty="0">
                        <a:latin typeface="+mj-lt"/>
                      </a:rPr>
                      <m:t>⋅</m:t>
                    </m:r>
                    <m:d>
                      <m:d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+mj-lt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​+</m:t>
                        </m:r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altLang="zh-TW" sz="2000" i="1" dirty="0">
                        <a:latin typeface="+mj-lt"/>
                      </a:rPr>
                      <m:t>⋅</m:t>
                    </m:r>
                    <m:r>
                      <a:rPr lang="en-US" altLang="zh-TW" sz="2000" i="1" dirty="0" err="1">
                        <a:latin typeface="+mj-lt"/>
                      </a:rPr>
                      <m:t>𝐷𝐵𝐷𝐻𝑎𝑑𝑣</m:t>
                    </m:r>
                  </m:oMath>
                </a14:m>
                <a:endParaRPr lang="en-US" altLang="zh-TW" sz="2000" i="1" dirty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+mj-lt"/>
                      </a:rPr>
                      <m:t>∣</m:t>
                    </m:r>
                    <m:r>
                      <a:rPr lang="en-US" altLang="zh-TW" sz="2000" i="1" dirty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​−</m:t>
                    </m:r>
                    <m:r>
                      <a:rPr lang="en-US" altLang="zh-TW" sz="2000" i="1" dirty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>
                            <a:latin typeface="+mj-lt"/>
                          </a:rPr>
                          <m:t>2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​∣≤</m:t>
                    </m:r>
                    <m:r>
                      <a:rPr lang="en-US" altLang="zh-TW" sz="2000" i="1" dirty="0" err="1">
                        <a:latin typeface="+mj-lt"/>
                      </a:rPr>
                      <m:t>𝐾𝐷𝐹𝑎𝑑𝑣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altLang="zh-TW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000">
                            <a:latin typeface="+mj-lt"/>
                          </a:rPr>
                          <m:t>Adv</m:t>
                        </m:r>
                      </m:e>
                      <m:sub>
                        <m:r>
                          <a:rPr lang="ar-AE" altLang="zh-TW">
                            <a:latin typeface="+mj-lt"/>
                          </a:rPr>
                          <m:t>2</m:t>
                        </m:r>
                      </m:sub>
                    </m:sSub>
                    <m:r>
                      <a:rPr lang="ar-AE" altLang="zh-TW">
                        <a:latin typeface="+mj-lt"/>
                      </a:rPr>
                      <m:t>≤</m:t>
                    </m:r>
                    <m:r>
                      <m:rPr>
                        <m:nor/>
                      </m:rPr>
                      <a:rPr lang="en-US" altLang="zh-TW" i="1">
                        <a:latin typeface="+mj-lt"/>
                      </a:rPr>
                      <m:t>SSadv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zh-TW" i="1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altLang="zh-TW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>
                                <a:latin typeface="+mj-lt"/>
                              </a:rPr>
                              <m:t>ℬ</m:t>
                            </m:r>
                          </m:e>
                          <m:sub>
                            <m:r>
                              <a:rPr lang="zh-TW" altLang="ar-AE" i="1">
                                <a:latin typeface="+mj-lt"/>
                              </a:rPr>
                              <m:t>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altLang="zh-TW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>
                                <a:latin typeface="+mj-lt"/>
                              </a:rPr>
                              <m:t>ℰ</m:t>
                            </m:r>
                          </m:e>
                          <m:sub>
                            <m:r>
                              <a:rPr lang="zh-TW" altLang="ar-AE" i="1">
                                <a:latin typeface="+mj-lt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ar-AE" altLang="zh-TW" sz="2000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 smtClean="0">
                        <a:latin typeface="+mj-lt"/>
                      </a:rPr>
                      <m:t>	</m:t>
                    </m:r>
                    <m:r>
                      <a:rPr lang="en-US" altLang="zh-TW" sz="2000" i="1" dirty="0" smtClean="0">
                        <a:latin typeface="+mj-lt"/>
                      </a:rPr>
                      <m:t>​​</m:t>
                    </m:r>
                    <m:r>
                      <a:rPr lang="en-US" altLang="zh-TW" i="1" dirty="0" smtClean="0">
                        <a:latin typeface="+mj-lt"/>
                      </a:rPr>
                      <m:t>≤∣</m:t>
                    </m:r>
                    <m:r>
                      <a:rPr lang="en-US" altLang="zh-TW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i="1" dirty="0">
                        <a:latin typeface="+mj-lt"/>
                      </a:rPr>
                      <m:t>​−</m:t>
                    </m:r>
                    <m:r>
                      <a:rPr lang="en-US" altLang="zh-TW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i="1" dirty="0">
                        <a:latin typeface="+mj-lt"/>
                      </a:rPr>
                      <m:t>​∣+∣</m:t>
                    </m:r>
                    <m:r>
                      <a:rPr lang="en-US" altLang="zh-TW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+mj-lt"/>
                          </a:rPr>
                          <m:t>1</m:t>
                        </m:r>
                      </m:sub>
                    </m:sSub>
                    <m:r>
                      <a:rPr lang="en-US" altLang="zh-TW" i="1" dirty="0">
                        <a:latin typeface="+mj-lt"/>
                      </a:rPr>
                      <m:t>​−</m:t>
                    </m:r>
                    <m:r>
                      <a:rPr lang="en-US" altLang="zh-TW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+mj-lt"/>
                          </a:rPr>
                          <m:t>2</m:t>
                        </m:r>
                      </m:sub>
                    </m:sSub>
                    <m:r>
                      <a:rPr lang="en-US" altLang="zh-TW" i="1" dirty="0">
                        <a:latin typeface="+mj-lt"/>
                      </a:rPr>
                      <m:t>​∣+</m:t>
                    </m:r>
                    <m:r>
                      <a:rPr lang="en-US" altLang="zh-TW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i="1" dirty="0" smtClean="0">
                            <a:latin typeface="+mj-lt"/>
                          </a:rPr>
                          <m:t>2</m:t>
                        </m:r>
                      </m:sub>
                    </m:sSub>
                    <m:r>
                      <a:rPr lang="en-US" altLang="zh-TW" i="1" dirty="0" smtClean="0">
                        <a:latin typeface="+mj-lt"/>
                      </a:rPr>
                      <m:t>​</m:t>
                    </m:r>
                  </m:oMath>
                </a14:m>
                <a:br>
                  <a:rPr lang="en-US" altLang="zh-TW" dirty="0">
                    <a:latin typeface="+mj-lt"/>
                  </a:rPr>
                </a:br>
                <a:r>
                  <a:rPr lang="en-US" altLang="zh-TW" dirty="0">
                    <a:latin typeface="+mj-lt"/>
                  </a:rPr>
                  <a:t>	</a:t>
                </a:r>
                <a:r>
                  <a:rPr lang="zh-TW" altLang="en-US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+mj-lt"/>
                      </a:rPr>
                      <m:t> </m:t>
                    </m:r>
                    <m:r>
                      <a:rPr lang="zh-TW" altLang="en-US" i="1" smtClean="0">
                        <a:latin typeface="+mj-lt"/>
                      </a:rPr>
                      <m:t> </m:t>
                    </m:r>
                    <m:r>
                      <a:rPr lang="zh-TW" altLang="en-US" i="1">
                        <a:latin typeface="+mj-lt"/>
                      </a:rPr>
                      <m:t> </m:t>
                    </m:r>
                    <m:r>
                      <a:rPr lang="zh-TW" altLang="en-US" i="1" smtClean="0">
                        <a:latin typeface="+mj-lt"/>
                      </a:rPr>
                      <m:t> </m:t>
                    </m:r>
                    <m:r>
                      <a:rPr lang="zh-TW" altLang="en-US" i="1">
                        <a:latin typeface="+mj-lt"/>
                      </a:rPr>
                      <m:t> </m:t>
                    </m:r>
                    <m:r>
                      <a:rPr lang="en-US" altLang="zh-TW" i="1" dirty="0" smtClean="0">
                        <a:latin typeface="+mj-lt"/>
                      </a:rPr>
                      <m:t>		</m:t>
                    </m:r>
                    <m:r>
                      <a:rPr lang="en-US" altLang="zh-TW" i="1" dirty="0" smtClean="0">
                        <a:latin typeface="+mj-lt"/>
                      </a:rPr>
                      <m:t>≤</m:t>
                    </m:r>
                    <m:r>
                      <a:rPr lang="en-US" altLang="zh-TW" i="1" dirty="0">
                        <a:latin typeface="+mj-lt"/>
                      </a:rPr>
                      <m:t>2</m:t>
                    </m:r>
                    <m:r>
                      <a:rPr lang="en-US" altLang="zh-TW" i="1" dirty="0">
                        <a:latin typeface="+mj-lt"/>
                      </a:rPr>
                      <m:t>.</m:t>
                    </m:r>
                    <m:r>
                      <a:rPr lang="en-US" altLang="zh-TW" i="1" dirty="0">
                        <a:latin typeface="+mj-lt"/>
                      </a:rPr>
                      <m:t>72</m:t>
                    </m:r>
                    <m:r>
                      <a:rPr lang="en-US" altLang="zh-TW" i="1" dirty="0">
                        <a:latin typeface="+mj-lt"/>
                      </a:rPr>
                      <m:t>⋅</m:t>
                    </m:r>
                    <m:d>
                      <m:dPr>
                        <m:ctrlPr>
                          <a:rPr lang="en-US" altLang="zh-TW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i="1" dirty="0" smtClean="0">
                            <a:latin typeface="+mj-lt"/>
                          </a:rPr>
                          <m:t>𝑄</m:t>
                        </m:r>
                        <m:sSub>
                          <m:sSubPr>
                            <m:ctrlPr>
                              <a:rPr lang="en-US" altLang="zh-TW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i="1" dirty="0" smtClean="0">
                                <a:latin typeface="+mj-lt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+mj-lt"/>
                              </a:rPr>
                              <m:t>​</m:t>
                            </m:r>
                          </m:sub>
                        </m:sSub>
                        <m:r>
                          <a:rPr lang="en-US" altLang="zh-TW" i="1" dirty="0">
                            <a:latin typeface="+mj-lt"/>
                          </a:rPr>
                          <m:t>+</m:t>
                        </m:r>
                        <m:r>
                          <a:rPr lang="en-US" altLang="zh-TW" i="1" dirty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altLang="zh-TW" i="1" dirty="0">
                        <a:latin typeface="+mj-lt"/>
                      </a:rPr>
                      <m:t>⋅</m:t>
                    </m:r>
                    <m:r>
                      <a:rPr lang="en-US" altLang="zh-TW" i="1" dirty="0" err="1">
                        <a:latin typeface="+mj-lt"/>
                      </a:rPr>
                      <m:t>𝐷𝐵𝐷𝐻𝑎𝑑𝑣</m:t>
                    </m:r>
                    <m:r>
                      <a:rPr lang="en-US" altLang="zh-TW" i="1" dirty="0" err="1">
                        <a:latin typeface="+mj-lt"/>
                      </a:rPr>
                      <m:t>+</m:t>
                    </m:r>
                    <m:r>
                      <a:rPr lang="en-US" altLang="zh-TW" i="1" dirty="0" err="1">
                        <a:latin typeface="+mj-lt"/>
                      </a:rPr>
                      <m:t>𝐾𝐷𝐹𝑎𝑑𝑣</m:t>
                    </m:r>
                    <m:r>
                      <a:rPr lang="en-US" altLang="zh-TW" i="1" dirty="0" err="1">
                        <a:latin typeface="+mj-lt"/>
                      </a:rPr>
                      <m:t>+</m:t>
                    </m:r>
                    <m:r>
                      <a:rPr lang="en-US" altLang="zh-TW" i="1" dirty="0" err="1">
                        <a:latin typeface="+mj-lt"/>
                      </a:rPr>
                      <m:t>𝑆𝑆𝑎𝑑𝑣</m:t>
                    </m:r>
                    <m:d>
                      <m:dPr>
                        <m:begChr m:val="["/>
                        <m:endChr m:val="]"/>
                        <m:ctrlPr>
                          <a:rPr lang="en-US" altLang="zh-TW" i="1" dirty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i="1" dirty="0" smtClean="0">
                                <a:latin typeface="+mj-lt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+mj-lt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i="1" dirty="0">
                            <a:latin typeface="+mj-lt"/>
                          </a:rPr>
                          <m:t>​,</m:t>
                        </m:r>
                        <m:sSub>
                          <m:sSubPr>
                            <m:ctrlPr>
                              <a:rPr lang="en-US" altLang="zh-TW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i="1" dirty="0" smtClean="0">
                                <a:latin typeface="+mj-lt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+mj-lt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i="1" dirty="0">
                            <a:latin typeface="+mj-lt"/>
                          </a:rPr>
                          <m:t>​</m:t>
                        </m:r>
                      </m:e>
                    </m:d>
                    <m:r>
                      <a:rPr lang="en-US" altLang="zh-TW" i="1" dirty="0">
                        <a:latin typeface="+mj-lt"/>
                      </a:rPr>
                      <m:t>​</m:t>
                    </m:r>
                  </m:oMath>
                </a14:m>
                <a:endParaRPr lang="en-US" altLang="zh-TW" dirty="0">
                  <a:latin typeface="+mj-lt"/>
                </a:endParaRPr>
              </a:p>
              <a:p>
                <a:r>
                  <a:rPr lang="en-US" altLang="zh-TW" dirty="0">
                    <a:latin typeface="+mj-lt"/>
                  </a:rPr>
                  <a:t>After considering both sides of the mixed argument and the constant factor, we get the final bound:</a:t>
                </a:r>
                <a:br>
                  <a:rPr lang="en-US" altLang="zh-TW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altLang="zh-TW" sz="2000" i="1" dirty="0">
                        <a:latin typeface="+mj-lt"/>
                      </a:rPr>
                      <m:t>	</m:t>
                    </m:r>
                    <m:r>
                      <a:rPr lang="en-US" altLang="zh-TW" sz="2000" b="0" i="1" dirty="0" smtClean="0">
                        <a:latin typeface="+mj-lt"/>
                      </a:rPr>
                      <m:t>𝐴𝑑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+mj-lt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+mj-lt"/>
                      </a:rPr>
                      <m:t>≤</m:t>
                    </m:r>
                    <m:r>
                      <a:rPr lang="en-US" altLang="zh-TW" sz="2000" b="0" i="1" dirty="0" smtClean="0">
                        <a:latin typeface="+mj-lt"/>
                      </a:rPr>
                      <m:t>2̇</m:t>
                    </m:r>
                    <m:r>
                      <a:rPr lang="en-US" altLang="zh-TW" sz="2000" b="0" i="1" dirty="0" smtClean="0">
                        <a:latin typeface="+mj-lt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2000" i="1" dirty="0">
                        <a:latin typeface="+mj-lt"/>
                      </a:rPr>
                      <m:t>2</m:t>
                    </m:r>
                    <m:r>
                      <a:rPr lang="en-US" altLang="zh-TW" sz="2000" i="1" dirty="0">
                        <a:latin typeface="+mj-lt"/>
                      </a:rPr>
                      <m:t>.</m:t>
                    </m:r>
                    <m:r>
                      <a:rPr lang="en-US" altLang="zh-TW" sz="2000" i="1" dirty="0">
                        <a:latin typeface="+mj-lt"/>
                      </a:rPr>
                      <m:t>72</m:t>
                    </m:r>
                    <m:r>
                      <a:rPr lang="en-US" altLang="zh-TW" sz="2000" i="1" dirty="0">
                        <a:latin typeface="+mj-lt"/>
                      </a:rPr>
                      <m:t>⋅</m:t>
                    </m:r>
                    <m:d>
                      <m:dPr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altLang="zh-TW" sz="2000" i="1" dirty="0">
                            <a:latin typeface="+mj-lt"/>
                          </a:rPr>
                          <m:t>𝑄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+mj-lt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​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+</m:t>
                        </m:r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altLang="zh-TW" sz="2000" i="1" dirty="0">
                        <a:latin typeface="+mj-lt"/>
                      </a:rPr>
                      <m:t>⋅</m:t>
                    </m:r>
                    <m:r>
                      <a:rPr lang="en-US" altLang="zh-TW" sz="2000" i="1" dirty="0" err="1">
                        <a:latin typeface="+mj-lt"/>
                      </a:rPr>
                      <m:t>𝐷𝐵𝐷𝐻𝑎𝑑𝑣</m:t>
                    </m:r>
                    <m:r>
                      <a:rPr lang="en-US" altLang="zh-TW" sz="2000" i="1" dirty="0" err="1">
                        <a:latin typeface="+mj-lt"/>
                      </a:rPr>
                      <m:t>+</m:t>
                    </m:r>
                    <m:r>
                      <a:rPr lang="en-US" altLang="zh-TW" sz="2000" b="0" i="1" dirty="0" smtClean="0">
                        <a:latin typeface="+mj-lt"/>
                      </a:rPr>
                      <m:t>2</m:t>
                    </m:r>
                    <m:r>
                      <a:rPr lang="en-US" altLang="zh-TW" sz="2000" b="0" i="1" dirty="0" smtClean="0">
                        <a:latin typeface="+mj-lt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2000" i="1" dirty="0" err="1">
                        <a:latin typeface="+mj-lt"/>
                      </a:rPr>
                      <m:t>𝐾𝐷𝐹𝑎𝑑𝑣</m:t>
                    </m:r>
                    <m:r>
                      <a:rPr lang="en-US" altLang="zh-TW" sz="2000" i="1" dirty="0" err="1">
                        <a:latin typeface="+mj-lt"/>
                      </a:rPr>
                      <m:t>+</m:t>
                    </m:r>
                    <m:r>
                      <a:rPr lang="en-US" altLang="zh-TW" sz="2000" i="1" dirty="0" err="1">
                        <a:latin typeface="+mj-lt"/>
                      </a:rPr>
                      <m:t>𝑆𝑆𝑎𝑑𝑣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000" i="1" dirty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+mj-lt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​,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+mj-lt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+mj-lt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​</m:t>
                        </m:r>
                      </m:e>
                    </m:d>
                    <m:r>
                      <a:rPr lang="en-US" altLang="zh-TW" sz="2000" i="1" dirty="0">
                        <a:latin typeface="+mj-lt"/>
                      </a:rPr>
                      <m:t>​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endParaRPr lang="en-US" altLang="zh-TW" sz="2000" i="1" dirty="0">
                  <a:latin typeface="+mj-lt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CB9938BE-609E-AE16-6833-E2986E5094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203090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7555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BB2C-653A-4338-B4C4-E116FAF1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11516A27-7484-64E3-B653-67F91392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2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531B861B-97A9-F695-55EF-0C43B75D8BD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= (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zh-TW" sz="2000" dirty="0"/>
                  <a:t>be the IBE scheme with identity space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𝐼𝐷</m:t>
                    </m:r>
                  </m:oMath>
                </a14:m>
                <a:r>
                  <a:rPr lang="en-US" altLang="zh-TW" sz="2000" dirty="0"/>
                  <a:t> and message space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altLang="zh-TW" sz="2000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altLang="zh-TW" sz="2000" dirty="0"/>
                  <a:t>: the setup algorithm runs as follows:  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altLang="zh-TW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β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groupChr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zh-TW" sz="2000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altLang="zh-TW" sz="2000" dirty="0">
                    <a:cs typeface="Times New Roman" panose="02020603050405020304" pitchFamily="18" charset="0"/>
                  </a:rPr>
                  <a:t> 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 baseline="300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en-US" altLang="zh-TW" sz="2000" i="1" baseline="-250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altLang="zh-TW" sz="2000" i="1" baseline="300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baseline="30000" dirty="0"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/>
                  <a:t> ,</a:t>
                </a:r>
                <a:r>
                  <a:rPr lang="en-US" altLang="zh-TW" sz="20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sSubSup>
                      <m:sSubSup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𝛽</m:t>
                        </m:r>
                      </m:sup>
                    </m:sSubSup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en-US" altLang="zh-TW" sz="2000" i="1" baseline="-250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altLang="zh-TW" sz="2000" b="0" i="1" baseline="3000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β</m:t>
                    </m:r>
                  </m:oMath>
                </a14:m>
                <a:r>
                  <a:rPr lang="en-US" altLang="zh-TW" sz="2000" baseline="30000" dirty="0">
                    <a:cs typeface="Times New Roman" panose="02020603050405020304" pitchFamily="18" charset="0"/>
                  </a:rPr>
                  <a:t> 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altLang="zh-TW" i="1"/>
                          <m:t>0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i="1"/>
                      <m:t>←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zh-TW" baseline="30000" dirty="0"/>
                  <a:t> </a:t>
                </a:r>
                <a:endParaRPr lang="en-US" altLang="zh-TW" sz="2000" dirty="0"/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𝑚𝑝𝑘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←(</m:t>
                    </m:r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altLang="zh-TW" sz="2000" i="1" dirty="0" err="1">
                        <a:latin typeface="Cambria Math" panose="02040503050406030204" pitchFamily="18" charset="0"/>
                      </a:rPr>
                      <m:t>𝑚𝑠𝑘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d>
                      <m:d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𝑜𝑢𝑡𝑝𝑢𝑡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𝑚𝑝𝑘</m:t>
                        </m:r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𝑚𝑠𝑘</m:t>
                        </m:r>
                      </m:e>
                    </m:d>
                  </m:oMath>
                </a14:m>
                <a:endParaRPr lang="en-US" altLang="zh-TW" sz="2000" baseline="30000" dirty="0"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i="1" dirty="0" err="1">
                        <a:latin typeface="Cambria Math" panose="02040503050406030204" pitchFamily="18" charset="0"/>
                      </a:rPr>
                      <m:t>𝑚𝑠𝑘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𝑖𝑑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): </m:t>
                    </m:r>
                  </m:oMath>
                </a14:m>
                <a:r>
                  <a:rPr lang="en-US" altLang="zh-TW" sz="2000" dirty="0"/>
                  <a:t>key generation using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𝑚𝑠𝑘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/>
                  <a:t>runs as:</a:t>
                </a:r>
              </a:p>
              <a:p>
                <a:pPr lvl="2">
                  <a:spcBef>
                    <a:spcPts val="0"/>
                  </a:spcBef>
                </a:pPr>
                <a14:m/>
              </a:p>
              <a:p>
                <a:pPr lvl="2">
                  <a:spcBef>
                    <a:spcPts val="0"/>
                  </a:spcBef>
                </a:pPr>
              </a:p>
              <a:p>
                <a:pPr lvl="2">
                  <a:spcBef>
                    <a:spcPts val="0"/>
                  </a:spcBef>
                </a:pPr>
              </a:p>
              <a:p>
                <a:pPr lvl="2">
                  <a:spcBef>
                    <a:spcPts val="0"/>
                  </a:spcBef>
                </a:pPr>
                <a:endParaRPr lang="en-US" altLang="zh-TW" sz="2000" baseline="30000" dirty="0">
                  <a:cs typeface="Times New Roman" panose="02020603050405020304" pitchFamily="18" charset="0"/>
                </a:endParaRPr>
              </a:p>
              <a:p>
                <a:pPr lvl="2">
                  <a:spcBef>
                    <a:spcPts val="0"/>
                  </a:spcBef>
                </a:pPr>
                <a14:m/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531B861B-97A9-F695-55EF-0C43B75D8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  <a:blipFill>
                <a:blip r:embed="rId3"/>
                <a:stretch>
                  <a:fillRect b="-9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19881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8E7A-0E71-32C0-F95A-2741D592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B28C351-9066-A764-6744-7BCFAB0DC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2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48F823CD-34F4-C843-0DCC-254D5A5B042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/>
                  <a:t>Let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m:rPr>
                            <m:sty m:val="p"/>
                          </m:rP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= (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zh-TW" sz="2000" dirty="0"/>
                  <a:t>be the IBE scheme with identity space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𝐼𝐷</m:t>
                    </m:r>
                  </m:oMath>
                </a14:m>
                <a:r>
                  <a:rPr lang="en-US" altLang="zh-TW" sz="2000" dirty="0"/>
                  <a:t> and message space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altLang="zh-TW" sz="2000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i="1" dirty="0" err="1">
                        <a:latin typeface="Cambria Math" panose="02040503050406030204" pitchFamily="18" charset="0"/>
                      </a:rPr>
                      <m:t>𝑚𝑝𝑘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𝑖𝑑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): </m:t>
                    </m:r>
                  </m:oMath>
                </a14:m>
                <a:r>
                  <a:rPr lang="en-US" altLang="zh-TW" sz="2000" dirty="0"/>
                  <a:t>encryption using the public parameters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𝑚𝑝𝑘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←(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altLang="zh-TW" sz="2000" i="1" dirty="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altLang="zh-TW" sz="2000" dirty="0"/>
                  <a:t>runs as: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𝜌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ρ</m:t>
                        </m:r>
                      </m:sup>
                    </m:sSubSup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𝑖𝑑</m:t>
                                </m:r>
                              </m:sup>
                            </m:sSubSup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en-US" altLang="zh-TW" sz="2000" dirty="0"/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pl-PL" altLang="zh-TW" sz="20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𝑐</m:t>
                    </m:r>
                    <m:groupChr>
                      <m:groupChrPr>
                        <m:chr m:val="←"/>
                        <m:vertJc m:val="bot"/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𝑜𝑢𝑡𝑝𝑢𝑡</m:t>
                    </m:r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altLang="zh-TW" sz="2000" baseline="30000" dirty="0"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err="1">
                            <a:latin typeface="Cambria Math" panose="020405030504060302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𝑖𝑑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pl-PL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altLang="zh-TW" sz="20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altLang="zh-TW" sz="2000" i="1" dirty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d>
                  </m:oMath>
                </a14:m>
                <a:r>
                  <a:rPr lang="en-US" altLang="zh-TW" sz="2000" dirty="0"/>
                  <a:t> : decryption using secret key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𝑖𝑑</m:t>
                        </m:r>
                      </m:sub>
                    </m:sSub>
                  </m:oMath>
                </a14:m>
                <a:r>
                  <a:rPr lang="en-US" altLang="zh-TW" sz="2000" dirty="0"/>
                  <a:t> of ciphertext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altLang="zh-TW" sz="2000" dirty="0"/>
                  <a:t>runs as follows:</a:t>
                </a:r>
              </a:p>
              <a:p>
                <a:pPr lvl="2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pl-PL" altLang="zh-TW" sz="20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pl-PL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lit/>
                      </m:rP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pl-PL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𝑜𝑢𝑡𝑝𝑢𝑡</m:t>
                    </m:r>
                    <m:r>
                      <a:rPr lang="zh-TW" alt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l-PL" altLang="zh-TW" sz="20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zh-TW" sz="2000" dirty="0"/>
              </a:p>
              <a:p>
                <a:pPr lvl="1"/>
                <a:endParaRPr lang="en-US" altLang="zh-TW" sz="2000" baseline="30000" dirty="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48F823CD-34F4-C843-0DCC-254D5A5B04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760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370B0-187E-C496-A2C0-52EA6968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E78E8A3-F9E1-5E35-90E6-E402786E3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Identity based encryption from pairings </a:t>
            </a:r>
            <a:r>
              <a:rPr lang="zh-TW" altLang="en-US" dirty="0"/>
              <a:t>───</a:t>
            </a:r>
            <a:r>
              <a:rPr lang="en-US" altLang="zh-TW" dirty="0"/>
              <a:t>Construction 2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67FD9361-2CE1-127F-7128-95D33569C4B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</p:spPr>
            <p:txBody>
              <a:bodyPr/>
              <a:lstStyle/>
              <a:p>
                <a:r>
                  <a:rPr lang="en-US" altLang="zh-TW" sz="2000" dirty="0">
                    <a:latin typeface="+mj-lt"/>
                  </a:rPr>
                  <a:t>Security of the IBE Scheme ℰ_BB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The Decision-BDH Assumption is difficult for pairing </a:t>
                </a:r>
                <a14:m>
                  <m:oMath xmlns:m="http://schemas.openxmlformats.org/officeDocument/2006/math">
                    <m:r>
                      <a:rPr lang="zh-TW" altLang="en-US" sz="2000" b="0" i="1" smtClean="0">
                        <a:latin typeface="+mj-lt"/>
                      </a:rPr>
                      <m:t>𝑒</m:t>
                    </m:r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sz="2000" b="0" i="1" smtClean="0">
                        <a:latin typeface="+mj-lt"/>
                      </a:rPr>
                      <m:t>𝐻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 is a secure key derivation function (KDF)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altLang="zh-TW" sz="2000">
                            <a:latin typeface="+mj-lt"/>
                          </a:rPr>
                        </m:ctrlPr>
                      </m:sSubPr>
                      <m:e>
                        <m:r>
                          <a:rPr lang="ar-AE" altLang="zh-TW" sz="2000" b="0" smtClean="0">
                            <a:latin typeface="+mj-lt"/>
                          </a:rPr>
                          <m:t>ℰ</m:t>
                        </m:r>
                      </m:e>
                      <m:sub>
                        <m:r>
                          <a:rPr lang="zh-TW" altLang="ar-AE" sz="2000" b="0" i="1" smtClean="0">
                            <a:latin typeface="+mj-lt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ar-AE" altLang="zh-TW" sz="2000" dirty="0">
                    <a:latin typeface="+mj-lt"/>
                  </a:rPr>
                  <a:t> </a:t>
                </a:r>
                <a:r>
                  <a:rPr lang="en-US" altLang="zh-TW" sz="2000" dirty="0">
                    <a:latin typeface="+mj-lt"/>
                  </a:rPr>
                  <a:t>is a semantically secure symmetric encryption scheme</a:t>
                </a:r>
              </a:p>
              <a:p>
                <a:pPr lvl="1"/>
                <a:r>
                  <a:rPr lang="en-US" altLang="zh-TW" sz="2000" dirty="0">
                    <a:latin typeface="+mj-lt"/>
                  </a:rPr>
                  <a:t>Then </a:t>
                </a:r>
                <a:r>
                  <a:rPr lang="en-US" altLang="zh-TW" sz="2000" dirty="0" err="1">
                    <a:latin typeface="+mj-lt"/>
                  </a:rPr>
                  <a:t>Boneh-Boyen</a:t>
                </a:r>
                <a:r>
                  <a:rPr lang="en-US" altLang="zh-TW" sz="2000" dirty="0">
                    <a:latin typeface="+mj-lt"/>
                  </a:rPr>
                  <a:t> IBE scheme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+mj-lt"/>
                          </a:rPr>
                          <m:t>ℰ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+mj-lt"/>
                          </a:rPr>
                          <m:t>𝐵𝐵</m:t>
                        </m:r>
                      </m:sub>
                    </m:sSub>
                    <m:r>
                      <a:rPr lang="en-US" altLang="zh-TW" sz="2000" b="0" i="1" dirty="0" smtClean="0">
                        <a:latin typeface="+mj-lt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+mj-lt"/>
                  </a:rPr>
                  <a:t>is a </a:t>
                </a:r>
                <a:r>
                  <a:rPr lang="en-US" altLang="zh-TW" sz="2000" b="1" dirty="0">
                    <a:latin typeface="+mj-lt"/>
                  </a:rPr>
                  <a:t>selectively secure IBE</a:t>
                </a:r>
                <a:r>
                  <a:rPr lang="en-US" altLang="zh-TW" sz="2000" dirty="0">
                    <a:latin typeface="+mj-lt"/>
                  </a:rPr>
                  <a:t>.</a:t>
                </a:r>
              </a:p>
              <a:p>
                <a:r>
                  <a:rPr lang="en-US" altLang="zh-TW" sz="2000" dirty="0">
                    <a:latin typeface="+mj-lt"/>
                  </a:rPr>
                  <a:t>Upper Bound of Advantage: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000">
                        <a:latin typeface="+mj-lt"/>
                      </a:rPr>
                      <m:t>SelSSadv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zh-TW" sz="2000" i="1">
                            <a:latin typeface="+mj-lt"/>
                          </a:rPr>
                        </m:ctrlPr>
                      </m:dPr>
                      <m:e>
                        <m:r>
                          <a:rPr lang="zh-TW" altLang="ar-AE" sz="2000" b="0" smtClean="0">
                            <a:latin typeface="+mj-lt"/>
                          </a:rPr>
                          <m:t>𝒜</m:t>
                        </m:r>
                      </m:e>
                      <m:e>
                        <m:sSub>
                          <m:sSubPr>
                            <m:ctrlPr>
                              <a:rPr lang="ar-AE" altLang="zh-TW" sz="2000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 sz="2000" b="0" smtClean="0">
                                <a:latin typeface="+mj-lt"/>
                              </a:rPr>
                              <m:t>ℰ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altLang="zh-TW" sz="2000" i="1">
                                <a:latin typeface="+mj-lt"/>
                              </a:rPr>
                              <m:t>BB</m:t>
                            </m:r>
                          </m:sub>
                        </m:sSub>
                      </m:e>
                    </m:d>
                    <m:r>
                      <a:rPr lang="ar-AE" altLang="zh-TW" sz="2000" b="0" smtClean="0">
                        <a:latin typeface="+mj-lt"/>
                      </a:rPr>
                      <m:t>≤</m:t>
                    </m:r>
                    <m:r>
                      <a:rPr lang="ar-AE" altLang="zh-TW" sz="2000" b="0" smtClean="0">
                        <a:latin typeface="+mj-lt"/>
                      </a:rPr>
                      <m:t>2</m:t>
                    </m:r>
                    <m:r>
                      <a:rPr lang="ar-AE" altLang="zh-TW" sz="2000" b="0" smtClean="0">
                        <a:latin typeface="+mj-lt"/>
                      </a:rPr>
                      <m:t>⋅</m:t>
                    </m:r>
                    <m:r>
                      <m:rPr>
                        <m:nor/>
                      </m:rPr>
                      <a:rPr lang="en-US" altLang="zh-TW" sz="2000" i="1">
                        <a:latin typeface="+mj-lt"/>
                      </a:rPr>
                      <m:t>DBDHadv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zh-TW" sz="2000" i="1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altLang="zh-TW" sz="2000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 sz="2000" b="0" smtClean="0">
                                <a:latin typeface="+mj-lt"/>
                              </a:rPr>
                              <m:t>ℬ</m:t>
                            </m:r>
                          </m:e>
                          <m:sub>
                            <m:r>
                              <a:rPr lang="zh-TW" altLang="ar-AE" sz="2000" b="0" i="1" smtClean="0">
                                <a:latin typeface="+mj-lt"/>
                              </a:rPr>
                              <m:t>𝑒</m:t>
                            </m:r>
                          </m:sub>
                        </m:sSub>
                      </m:e>
                      <m:e>
                        <m:r>
                          <a:rPr lang="zh-TW" altLang="ar-AE" sz="2000" b="0" i="1" smtClean="0">
                            <a:latin typeface="+mj-lt"/>
                          </a:rPr>
                          <m:t>𝑒</m:t>
                        </m:r>
                      </m:e>
                    </m:d>
                    <m:r>
                      <a:rPr lang="ar-AE" altLang="zh-TW" sz="2000" b="0" smtClean="0">
                        <a:latin typeface="+mj-lt"/>
                      </a:rPr>
                      <m:t>+</m:t>
                    </m:r>
                    <m:r>
                      <a:rPr lang="ar-AE" altLang="zh-TW" sz="2000" b="0" smtClean="0">
                        <a:latin typeface="+mj-lt"/>
                      </a:rPr>
                      <m:t>2</m:t>
                    </m:r>
                    <m:r>
                      <a:rPr lang="ar-AE" altLang="zh-TW" sz="2000" b="0" smtClean="0">
                        <a:latin typeface="+mj-lt"/>
                      </a:rPr>
                      <m:t>⋅</m:t>
                    </m:r>
                    <m:r>
                      <m:rPr>
                        <m:nor/>
                      </m:rPr>
                      <a:rPr lang="en-US" altLang="zh-TW" sz="2000" i="1">
                        <a:latin typeface="+mj-lt"/>
                      </a:rPr>
                      <m:t>KDFadv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zh-TW" sz="2000" i="1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altLang="zh-TW" sz="2000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 sz="2000" b="0" smtClean="0">
                                <a:latin typeface="+mj-lt"/>
                              </a:rPr>
                              <m:t>ℬ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altLang="zh-TW" sz="2000" i="1">
                                <a:latin typeface="+mj-lt"/>
                              </a:rPr>
                              <m:t>kdf</m:t>
                            </m:r>
                          </m:sub>
                        </m:sSub>
                        <m:r>
                          <a:rPr lang="zh-TW" altLang="en-US" sz="2000" b="0" i="1" smtClean="0">
                            <a:latin typeface="+mj-lt"/>
                          </a:rPr>
                          <m:t> </m:t>
                        </m:r>
                      </m:e>
                      <m:e>
                        <m:r>
                          <a:rPr lang="zh-TW" altLang="ar-AE" sz="2000" b="0" i="1" smtClean="0">
                            <a:latin typeface="+mj-lt"/>
                          </a:rPr>
                          <m:t>𝐻</m:t>
                        </m:r>
                      </m:e>
                    </m:d>
                    <m:r>
                      <a:rPr lang="ar-AE" altLang="zh-TW" sz="2000" b="0" smtClean="0">
                        <a:latin typeface="+mj-lt"/>
                      </a:rPr>
                      <m:t>+</m:t>
                    </m:r>
                    <m:r>
                      <m:rPr>
                        <m:nor/>
                      </m:rPr>
                      <a:rPr lang="en-US" altLang="zh-TW" sz="2000" i="1">
                        <a:latin typeface="+mj-lt"/>
                      </a:rPr>
                      <m:t>SSadv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zh-TW" sz="2000" i="1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altLang="zh-TW" sz="2000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 sz="2000" b="0" smtClean="0">
                                <a:latin typeface="+mj-lt"/>
                              </a:rPr>
                              <m:t>ℬ</m:t>
                            </m:r>
                          </m:e>
                          <m:sub>
                            <m:r>
                              <a:rPr lang="zh-TW" altLang="ar-AE" sz="2000" b="0" i="1" smtClean="0">
                                <a:latin typeface="+mj-lt"/>
                              </a:rPr>
                              <m:t>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altLang="zh-TW" sz="2000" i="1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ar-AE" altLang="zh-TW" sz="2000" b="0" smtClean="0">
                                <a:latin typeface="+mj-lt"/>
                              </a:rPr>
                              <m:t>ℰ</m:t>
                            </m:r>
                          </m:e>
                          <m:sub>
                            <m:r>
                              <a:rPr lang="zh-TW" altLang="ar-AE" sz="2000" b="0" i="1" smtClean="0">
                                <a:latin typeface="+mj-lt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en-US" altLang="zh-TW" sz="2000" dirty="0">
                  <a:latin typeface="+mj-lt"/>
                </a:endParaRPr>
              </a:p>
              <a:p>
                <a:pPr lvl="1"/>
                <a:r>
                  <a:rPr lang="en-US" altLang="zh-TW" sz="2000" dirty="0">
                    <a:latin typeface="+mj-lt"/>
                  </a:rPr>
                  <a:t>There is no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+mj-lt"/>
                      </a:rPr>
                      <m:t>2</m:t>
                    </m:r>
                    <m:r>
                      <a:rPr lang="en-US" altLang="zh-TW" sz="2000" i="1" dirty="0" smtClean="0">
                        <a:latin typeface="+mj-lt"/>
                      </a:rPr>
                      <m:t>.</m:t>
                    </m:r>
                    <m:r>
                      <a:rPr lang="en-US" altLang="zh-TW" sz="2000" i="1" dirty="0" smtClean="0">
                        <a:latin typeface="+mj-lt"/>
                      </a:rPr>
                      <m:t>72</m:t>
                    </m:r>
                    <m:r>
                      <a:rPr lang="en-US" altLang="zh-TW" sz="2000" i="1" dirty="0" smtClean="0">
                        <a:latin typeface="+mj-lt"/>
                      </a:rPr>
                      <m:t>⋅</m:t>
                    </m:r>
                    <m:d>
                      <m:dPr>
                        <m:ctrlPr>
                          <a:rPr lang="en-US" altLang="zh-TW" sz="2000" i="1" dirty="0" smtClean="0">
                            <a:latin typeface="+mj-lt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 smtClean="0">
                                <a:latin typeface="+mj-lt"/>
                              </a:rPr>
                            </m:ctrlPr>
                          </m:sSubPr>
                          <m:e>
                            <m:r>
                              <a:rPr lang="zh-TW" altLang="en-US" sz="2000" i="1" dirty="0">
                                <a:latin typeface="+mj-lt"/>
                              </a:rPr>
                              <m:t>𝑄</m:t>
                            </m:r>
                          </m:e>
                          <m:sub>
                            <m:r>
                              <a:rPr lang="zh-TW" altLang="en-US" sz="2000" i="1" dirty="0">
                                <a:latin typeface="+mj-lt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TW" sz="2000" i="1" dirty="0">
                            <a:latin typeface="+mj-lt"/>
                          </a:rPr>
                          <m:t>+</m:t>
                        </m:r>
                        <m:r>
                          <a:rPr lang="en-US" altLang="zh-TW" sz="2000" i="1" dirty="0">
                            <a:latin typeface="+mj-lt"/>
                          </a:rPr>
                          <m:t>1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+mj-lt"/>
                  </a:rPr>
                  <a:t> because:</a:t>
                </a:r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</a:rPr>
                  <a:t>Using the selective security model</a:t>
                </a:r>
              </a:p>
              <a:p>
                <a:pPr lvl="2">
                  <a:spcBef>
                    <a:spcPts val="0"/>
                  </a:spcBef>
                </a:pPr>
                <a:r>
                  <a:rPr lang="en-US" altLang="zh-TW" sz="2000" dirty="0">
                    <a:latin typeface="+mj-lt"/>
                  </a:rPr>
                  <a:t>No need to guess the adversary's choice in random oracle queries	</a:t>
                </a:r>
                <a:endParaRPr lang="ar-AE" altLang="zh-TW" sz="2000" dirty="0">
                  <a:latin typeface="+mj-lt"/>
                </a:endParaRPr>
              </a:p>
            </p:txBody>
          </p:sp>
        </mc:Choice>
        <mc:Fallback>
          <p:sp>
            <p:nvSpPr>
              <p:cNvPr id="5" name="文字版面配置區 4">
                <a:extLst>
                  <a:ext uri="{FF2B5EF4-FFF2-40B4-BE49-F238E27FC236}">
                    <a16:creationId xmlns:a16="http://schemas.microsoft.com/office/drawing/2014/main" id="{67FD9361-2CE1-127F-7128-95D33569C4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82163" y="2155811"/>
                <a:ext cx="11027673" cy="40370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3597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4657-88A9-5139-F19F-30A0B771E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6452EB4-3EF1-F18B-899B-61A625E75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0804153" cy="704800"/>
          </a:xfrm>
        </p:spPr>
        <p:txBody>
          <a:bodyPr/>
          <a:lstStyle/>
          <a:p>
            <a:r>
              <a:rPr lang="en-US" altLang="zh-TW" dirty="0"/>
              <a:t>Applications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F012EC5-5222-50F0-F42A-FD1D411B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3" y="1737597"/>
            <a:ext cx="11027673" cy="4037087"/>
          </a:xfrm>
        </p:spPr>
        <p:txBody>
          <a:bodyPr/>
          <a:lstStyle/>
          <a:p>
            <a:r>
              <a:rPr lang="en-US" altLang="zh-TW" sz="2000" dirty="0">
                <a:latin typeface="+mj-lt"/>
              </a:rPr>
              <a:t>In this section will intro:</a:t>
            </a:r>
          </a:p>
          <a:p>
            <a:pPr lvl="1"/>
            <a:r>
              <a:rPr lang="en-US" altLang="zh-TW" sz="2000" dirty="0">
                <a:latin typeface="+mj-lt"/>
              </a:rPr>
              <a:t>Chosen ciphertext security from IBE</a:t>
            </a:r>
          </a:p>
          <a:p>
            <a:pPr lvl="1"/>
            <a:r>
              <a:rPr lang="en-US" altLang="zh-TW" sz="2000" dirty="0">
                <a:latin typeface="+mj-lt"/>
              </a:rPr>
              <a:t>Signatures from IBE</a:t>
            </a:r>
          </a:p>
          <a:p>
            <a:pPr lvl="1"/>
            <a:r>
              <a:rPr lang="en-US" altLang="zh-TW" sz="2000" dirty="0">
                <a:latin typeface="+mj-lt"/>
              </a:rPr>
              <a:t>Searching on public-key encrypted data</a:t>
            </a:r>
            <a:endParaRPr lang="ar-AE" altLang="zh-TW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65300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FC3-BDC3-D3DF-0057-B7EC28507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8BE30F0-884A-6248-47F8-2C0835BDA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1166577" cy="704800"/>
          </a:xfrm>
        </p:spPr>
        <p:txBody>
          <a:bodyPr/>
          <a:lstStyle/>
          <a:p>
            <a:r>
              <a:rPr lang="en-US" altLang="zh-TW" sz="3600" dirty="0"/>
              <a:t>Applications</a:t>
            </a:r>
            <a:r>
              <a:rPr lang="zh-TW" altLang="en-US" sz="3600" dirty="0"/>
              <a:t>──</a:t>
            </a:r>
            <a:r>
              <a:rPr lang="en-US" altLang="zh-TW" sz="3600" dirty="0"/>
              <a:t>Chosen ciphertext security from IBE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1014045-1CCB-E53B-545F-8C5A400D5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3" y="1737597"/>
            <a:ext cx="11027673" cy="4037087"/>
          </a:xfrm>
        </p:spPr>
        <p:txBody>
          <a:bodyPr/>
          <a:lstStyle/>
          <a:p>
            <a:r>
              <a:rPr lang="en-US" altLang="zh-TW" sz="2000" dirty="0">
                <a:latin typeface="+mj-lt"/>
              </a:rPr>
              <a:t>In this section will introduced:</a:t>
            </a:r>
          </a:p>
          <a:p>
            <a:pPr lvl="1"/>
            <a:r>
              <a:rPr lang="en-US" altLang="zh-TW" sz="2000" dirty="0">
                <a:latin typeface="+mj-lt"/>
              </a:rPr>
              <a:t>Chosen ciphertext security from IBE</a:t>
            </a:r>
          </a:p>
          <a:p>
            <a:pPr lvl="1"/>
            <a:r>
              <a:rPr lang="en-US" altLang="zh-TW" sz="2000" dirty="0">
                <a:latin typeface="+mj-lt"/>
              </a:rPr>
              <a:t>Signatures from IBE</a:t>
            </a:r>
          </a:p>
          <a:p>
            <a:pPr lvl="1"/>
            <a:r>
              <a:rPr lang="en-US" altLang="zh-TW" sz="2000" dirty="0">
                <a:latin typeface="+mj-lt"/>
              </a:rPr>
              <a:t>Searching on public-key encrypted data</a:t>
            </a:r>
            <a:endParaRPr lang="ar-AE" altLang="zh-TW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84388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77DC5-7AFB-6FAA-FE3F-CDE929698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4686015-52BD-9FAC-857E-B568BCFB9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1166577" cy="704800"/>
          </a:xfrm>
        </p:spPr>
        <p:txBody>
          <a:bodyPr/>
          <a:lstStyle/>
          <a:p>
            <a:r>
              <a:rPr lang="en-US" altLang="zh-TW" sz="3600" dirty="0"/>
              <a:t>Applications</a:t>
            </a:r>
            <a:r>
              <a:rPr lang="zh-TW" altLang="en-US" sz="3600" dirty="0"/>
              <a:t>──</a:t>
            </a:r>
            <a:r>
              <a:rPr lang="en-US" altLang="zh-TW" sz="3600" dirty="0"/>
              <a:t>Signatures from IBE</a:t>
            </a:r>
            <a:br>
              <a:rPr lang="en-US" altLang="zh-TW" sz="3600" dirty="0"/>
            </a:b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39AB28F-1C38-5AE2-FBA8-BB88BBC64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3" y="1737597"/>
            <a:ext cx="11027673" cy="4037087"/>
          </a:xfrm>
        </p:spPr>
        <p:txBody>
          <a:bodyPr/>
          <a:lstStyle/>
          <a:p>
            <a:r>
              <a:rPr lang="en-US" altLang="zh-TW" sz="2000" dirty="0">
                <a:latin typeface="+mj-lt"/>
              </a:rPr>
              <a:t>In this section will introduced:</a:t>
            </a:r>
          </a:p>
          <a:p>
            <a:pPr lvl="1"/>
            <a:r>
              <a:rPr lang="en-US" altLang="zh-TW" sz="2000" dirty="0">
                <a:latin typeface="+mj-lt"/>
              </a:rPr>
              <a:t>Chosen ciphertext security from IBE</a:t>
            </a:r>
          </a:p>
          <a:p>
            <a:pPr lvl="1"/>
            <a:r>
              <a:rPr lang="en-US" altLang="zh-TW" sz="2000" dirty="0">
                <a:latin typeface="+mj-lt"/>
              </a:rPr>
              <a:t>Searching on public-key encrypted data</a:t>
            </a:r>
            <a:endParaRPr lang="ar-AE" altLang="zh-TW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85069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413D1-DF6B-F6DE-6905-0C81B0074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4A2B6461-4601-730B-CD28-34EE0D9E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83" y="665102"/>
            <a:ext cx="11166577" cy="704800"/>
          </a:xfrm>
        </p:spPr>
        <p:txBody>
          <a:bodyPr/>
          <a:lstStyle/>
          <a:p>
            <a:r>
              <a:rPr lang="en-US" altLang="zh-TW" sz="3600" dirty="0"/>
              <a:t>Applications</a:t>
            </a:r>
            <a:r>
              <a:rPr lang="zh-TW" altLang="en-US" sz="3600" dirty="0"/>
              <a:t>──</a:t>
            </a:r>
            <a:r>
              <a:rPr lang="en-US" altLang="zh-TW" sz="3600" dirty="0"/>
              <a:t>Searching on public-key encrypted data</a:t>
            </a:r>
            <a:br>
              <a:rPr lang="ar-AE" altLang="zh-TW" sz="3600" dirty="0"/>
            </a:br>
            <a:br>
              <a:rPr lang="en-US" altLang="zh-TW" sz="3600" dirty="0"/>
            </a:b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9754DC1-C59F-6594-2729-7ABDA541D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3" y="1737597"/>
            <a:ext cx="11027673" cy="4037087"/>
          </a:xfrm>
        </p:spPr>
        <p:txBody>
          <a:bodyPr/>
          <a:lstStyle/>
          <a:p>
            <a:r>
              <a:rPr lang="en-US" altLang="zh-TW" sz="2000" dirty="0">
                <a:latin typeface="+mj-lt"/>
              </a:rPr>
              <a:t>In this section will introduced:</a:t>
            </a:r>
          </a:p>
          <a:p>
            <a:pPr lvl="1"/>
            <a:r>
              <a:rPr lang="en-US" altLang="zh-TW" sz="2000" dirty="0">
                <a:latin typeface="+mj-lt"/>
              </a:rPr>
              <a:t>Chosen ciphertext security from IBE</a:t>
            </a:r>
          </a:p>
          <a:p>
            <a:pPr lvl="1"/>
            <a:r>
              <a:rPr lang="en-US" altLang="zh-TW" sz="2000" dirty="0">
                <a:latin typeface="+mj-lt"/>
              </a:rPr>
              <a:t>Searching on public-key encrypted data</a:t>
            </a:r>
            <a:endParaRPr lang="ar-AE" altLang="zh-TW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286226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B1F936-8534-C128-0DF9-32C38760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1000" y="896984"/>
            <a:ext cx="10290000" cy="3593240"/>
          </a:xfrm>
        </p:spPr>
        <p:txBody>
          <a:bodyPr/>
          <a:lstStyle/>
          <a:p>
            <a:r>
              <a:rPr lang="en-US" altLang="zh-TW" dirty="0"/>
              <a:t>Thank you for listening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4860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佈景主題2">
  <a:themeElements>
    <a:clrScheme name="Simple Light">
      <a:dk1>
        <a:srgbClr val="383838"/>
      </a:dk1>
      <a:lt1>
        <a:srgbClr val="EEEEEE"/>
      </a:lt1>
      <a:dk2>
        <a:srgbClr val="DBDBDB"/>
      </a:dk2>
      <a:lt2>
        <a:srgbClr val="929292"/>
      </a:lt2>
      <a:accent1>
        <a:srgbClr val="383838"/>
      </a:accent1>
      <a:accent2>
        <a:srgbClr val="383838"/>
      </a:accent2>
      <a:accent3>
        <a:srgbClr val="383838"/>
      </a:accent3>
      <a:accent4>
        <a:srgbClr val="383838"/>
      </a:accent4>
      <a:accent5>
        <a:srgbClr val="FFFFFF"/>
      </a:accent5>
      <a:accent6>
        <a:srgbClr val="FFFFFF"/>
      </a:accent6>
      <a:hlink>
        <a:srgbClr val="383838"/>
      </a:hlink>
      <a:folHlink>
        <a:srgbClr val="0097A7"/>
      </a:folHlink>
    </a:clrScheme>
    <a:fontScheme name="自訂 1">
      <a:majorFont>
        <a:latin typeface="Arial"/>
        <a:ea typeface="微軟正黑體"/>
        <a:cs typeface=""/>
      </a:majorFont>
      <a:minorFont>
        <a:latin typeface="Times New Roman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2" id="{4C642406-5F7E-42DE-840F-6BEA190EE232}" vid="{B65F164E-84A4-4FFB-B697-D7B5B2A77B15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5F6F1"/>
      </a:lt1>
      <a:dk2>
        <a:srgbClr val="E5E5DB"/>
      </a:dk2>
      <a:lt2>
        <a:srgbClr val="C7C0B5"/>
      </a:lt2>
      <a:accent1>
        <a:srgbClr val="B9B5AA"/>
      </a:accent1>
      <a:accent2>
        <a:srgbClr val="212121"/>
      </a:accent2>
      <a:accent3>
        <a:srgbClr val="B7B7B7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佈景主題2</Template>
  <TotalTime>4466</TotalTime>
  <Words>2592</Words>
  <Application>Microsoft Office PowerPoint</Application>
  <PresentationFormat>寬螢幕</PresentationFormat>
  <Paragraphs>269</Paragraphs>
  <Slides>32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4</vt:i4>
      </vt:variant>
      <vt:variant>
        <vt:lpstr>投影片標題</vt:lpstr>
      </vt:variant>
      <vt:variant>
        <vt:i4>32</vt:i4>
      </vt:variant>
    </vt:vector>
  </HeadingPairs>
  <TitlesOfParts>
    <vt:vector size="48" baseType="lpstr">
      <vt:lpstr>Julius Sans One</vt:lpstr>
      <vt:lpstr>Proxima Nova</vt:lpstr>
      <vt:lpstr>Proxima Nova Semibold</vt:lpstr>
      <vt:lpstr>quote-cjk-patch</vt:lpstr>
      <vt:lpstr>標楷體</vt:lpstr>
      <vt:lpstr>Arial</vt:lpstr>
      <vt:lpstr>Calibri</vt:lpstr>
      <vt:lpstr>Cambria Math</vt:lpstr>
      <vt:lpstr>Didact Gothic</vt:lpstr>
      <vt:lpstr>Montserrat</vt:lpstr>
      <vt:lpstr>Questrial</vt:lpstr>
      <vt:lpstr>Times New Roman</vt:lpstr>
      <vt:lpstr>佈景主題2</vt:lpstr>
      <vt:lpstr>Slidesgo Final Pages</vt:lpstr>
      <vt:lpstr>1_Slidesgo Final Pages</vt:lpstr>
      <vt:lpstr>2_Slidesgo Final Pages</vt:lpstr>
      <vt:lpstr>Chapter 15.6-15.9  Elliptic curve  cryptography and pairings</vt:lpstr>
      <vt:lpstr>Outline</vt:lpstr>
      <vt:lpstr>Advanced encryption schemes from pairings</vt:lpstr>
      <vt:lpstr>Identity based encryption</vt:lpstr>
      <vt:lpstr>Identity based encryption</vt:lpstr>
      <vt:lpstr>Formal definition</vt:lpstr>
      <vt:lpstr>Attack Game</vt:lpstr>
      <vt:lpstr>Attack Game</vt:lpstr>
      <vt:lpstr>Attack Game</vt:lpstr>
      <vt:lpstr>Related security notions</vt:lpstr>
      <vt:lpstr>Related security notions──Privacy (IBE) </vt:lpstr>
      <vt:lpstr>Related security notions──Selective Security (IBE) </vt:lpstr>
      <vt:lpstr>Related security notions──Selective Security (IBE) </vt:lpstr>
      <vt:lpstr>Related security notions──Chosen-ciphertext secure IBE</vt:lpstr>
      <vt:lpstr>Identity based encryption from pairings</vt:lpstr>
      <vt:lpstr>Identity based encryption from pairings ───Construction 1</vt:lpstr>
      <vt:lpstr>Identity based encryption from pairings ───Construction 1</vt:lpstr>
      <vt:lpstr>Identity based encryption from pairings ───Construction 1</vt:lpstr>
      <vt:lpstr>Identity based encryption from pairings ───Construction 1 ─── Proof</vt:lpstr>
      <vt:lpstr>Identity based encryption from pairings ───Construction 1 ─── Proof</vt:lpstr>
      <vt:lpstr>Identity based encryption from pairings ───Construction 1 ─── Proof</vt:lpstr>
      <vt:lpstr>Identity based encryption from pairings ───Construction 1 ─── Proof</vt:lpstr>
      <vt:lpstr>Identity based encryption from pairings ───Construction 1 ─── Proof</vt:lpstr>
      <vt:lpstr>Identity based encryption from pairings ───Construction 1 ─── Proof</vt:lpstr>
      <vt:lpstr>Identity based encryption from pairings ───Construction 2</vt:lpstr>
      <vt:lpstr>Identity based encryption from pairings ───Construction 2</vt:lpstr>
      <vt:lpstr>Identity based encryption from pairings ───Construction 2</vt:lpstr>
      <vt:lpstr>Applications </vt:lpstr>
      <vt:lpstr>Applications──Chosen ciphertext security from IBE</vt:lpstr>
      <vt:lpstr>Applications──Signatures from IBE </vt:lpstr>
      <vt:lpstr>Applications──Searching on public-key encrypted data  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學生上課專注度分析</dc:title>
  <dc:creator>宗諺 謝</dc:creator>
  <cp:lastModifiedBy>名字 姓氏</cp:lastModifiedBy>
  <cp:revision>155</cp:revision>
  <dcterms:created xsi:type="dcterms:W3CDTF">2023-04-23T08:05:40Z</dcterms:created>
  <dcterms:modified xsi:type="dcterms:W3CDTF">2025-10-18T11:00:08Z</dcterms:modified>
</cp:coreProperties>
</file>