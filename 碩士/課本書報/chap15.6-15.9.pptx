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733" r:id="rId2"/>
    <p:sldMasterId id="2147483735" r:id="rId3"/>
    <p:sldMasterId id="2147483737" r:id="rId4"/>
  </p:sldMasterIdLst>
  <p:notesMasterIdLst>
    <p:notesMasterId r:id="rId48"/>
  </p:notesMasterIdLst>
  <p:handoutMasterIdLst>
    <p:handoutMasterId r:id="rId49"/>
  </p:handoutMasterIdLst>
  <p:sldIdLst>
    <p:sldId id="256" r:id="rId5"/>
    <p:sldId id="307" r:id="rId6"/>
    <p:sldId id="289" r:id="rId7"/>
    <p:sldId id="306" r:id="rId8"/>
    <p:sldId id="308" r:id="rId9"/>
    <p:sldId id="309" r:id="rId10"/>
    <p:sldId id="310" r:id="rId11"/>
    <p:sldId id="311" r:id="rId12"/>
    <p:sldId id="313" r:id="rId13"/>
    <p:sldId id="315" r:id="rId14"/>
    <p:sldId id="314" r:id="rId15"/>
    <p:sldId id="336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37" r:id="rId24"/>
    <p:sldId id="323" r:id="rId25"/>
    <p:sldId id="324" r:id="rId26"/>
    <p:sldId id="326" r:id="rId27"/>
    <p:sldId id="327" r:id="rId28"/>
    <p:sldId id="325" r:id="rId29"/>
    <p:sldId id="328" r:id="rId30"/>
    <p:sldId id="331" r:id="rId31"/>
    <p:sldId id="330" r:id="rId32"/>
    <p:sldId id="329" r:id="rId33"/>
    <p:sldId id="332" r:id="rId34"/>
    <p:sldId id="333" r:id="rId35"/>
    <p:sldId id="334" r:id="rId36"/>
    <p:sldId id="335" r:id="rId37"/>
    <p:sldId id="339" r:id="rId38"/>
    <p:sldId id="342" r:id="rId39"/>
    <p:sldId id="341" r:id="rId40"/>
    <p:sldId id="343" r:id="rId41"/>
    <p:sldId id="344" r:id="rId42"/>
    <p:sldId id="346" r:id="rId43"/>
    <p:sldId id="347" r:id="rId44"/>
    <p:sldId id="348" r:id="rId45"/>
    <p:sldId id="349" r:id="rId46"/>
    <p:sldId id="286" r:id="rId4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2382" autoAdjust="0"/>
  </p:normalViewPr>
  <p:slideViewPr>
    <p:cSldViewPr snapToGrid="0">
      <p:cViewPr varScale="1">
        <p:scale>
          <a:sx n="112" d="100"/>
          <a:sy n="112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0475C65-5F61-4869-AEB7-24DFD0FC13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EE73F3C-CAF6-4BFB-890B-0F5E42299A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6175A-194D-4E5E-9C0F-DF384881814C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D1F1425-86F3-4C17-B4EF-71E8E43635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01DB661-11FB-418A-9F81-624A6BC720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51F6-4E2F-426D-9683-192D05145E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218922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8B2D2-A26D-4226-ABA3-5807211B98F2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E0E4C-DE99-4002-A21C-D36A5701BB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31279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1EBF2A-059D-4489-907E-6F09773C8E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570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687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4261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5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716833" y="949300"/>
            <a:ext cx="9380800" cy="4369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>
            <a:off x="0" y="1673367"/>
            <a:ext cx="5763600" cy="5188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 flipH="1">
            <a:off x="1378933" y="0"/>
            <a:ext cx="14490400" cy="6858000"/>
          </a:xfrm>
          <a:prstGeom prst="triangle">
            <a:avLst>
              <a:gd name="adj" fmla="val 4985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074333" y="2931567"/>
            <a:ext cx="5763600" cy="20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Julius Sans One"/>
              <a:buNone/>
              <a:defRPr sz="5333" b="1">
                <a:solidFill>
                  <a:schemeClr val="lt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732333" y="5539167"/>
            <a:ext cx="5105600" cy="3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03976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accent5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6379833" y="2797579"/>
            <a:ext cx="4564800" cy="11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533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6868233" y="1376012"/>
            <a:ext cx="4076400" cy="11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8169400" y="4427067"/>
            <a:ext cx="2775200" cy="6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cxnSp>
        <p:nvCxnSpPr>
          <p:cNvPr id="18" name="Google Shape;18;p3"/>
          <p:cNvCxnSpPr/>
          <p:nvPr/>
        </p:nvCxnSpPr>
        <p:spPr>
          <a:xfrm flipH="1">
            <a:off x="3752200" y="-1684000"/>
            <a:ext cx="5010000" cy="557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3"/>
          <p:cNvSpPr/>
          <p:nvPr/>
        </p:nvSpPr>
        <p:spPr>
          <a:xfrm flipH="1">
            <a:off x="10559833" y="5101033"/>
            <a:ext cx="1728000" cy="1843200"/>
          </a:xfrm>
          <a:prstGeom prst="rtTriangl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27409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accent5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950967" y="1898867"/>
            <a:ext cx="8100000" cy="43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67732" lvl="0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950967" y="707445"/>
            <a:ext cx="769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 flipH="1">
            <a:off x="7744733" y="2045200"/>
            <a:ext cx="6400800" cy="6400800"/>
          </a:xfrm>
          <a:prstGeom prst="rtTriangl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771855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os columnas " type="twoColTx">
  <p:cSld name="Título y dos columnas ">
    <p:bg>
      <p:bgPr>
        <a:solidFill>
          <a:schemeClr val="accent5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1111903" y="3522103"/>
            <a:ext cx="41344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6945697" y="3522103"/>
            <a:ext cx="41344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2073303" y="2647680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 idx="3"/>
          </p:nvPr>
        </p:nvSpPr>
        <p:spPr>
          <a:xfrm>
            <a:off x="7907097" y="2647680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 rot="10800000">
            <a:off x="4784600" y="-30167"/>
            <a:ext cx="2622800" cy="11812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02592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" type="titleOnly">
  <p:cSld name="Solo título ">
    <p:bg>
      <p:bgPr>
        <a:solidFill>
          <a:schemeClr val="accent5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189400" y="707633"/>
            <a:ext cx="9813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 flipH="1">
            <a:off x="9366000" y="3467500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3" name="Google Shape;33;p6"/>
          <p:cNvSpPr/>
          <p:nvPr/>
        </p:nvSpPr>
        <p:spPr>
          <a:xfrm flipH="1">
            <a:off x="9505067" y="3467500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4" name="Google Shape;34;p6"/>
          <p:cNvSpPr/>
          <p:nvPr/>
        </p:nvSpPr>
        <p:spPr>
          <a:xfrm rot="10800000" flipH="1">
            <a:off x="-1016567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5" name="Google Shape;35;p6"/>
          <p:cNvSpPr/>
          <p:nvPr/>
        </p:nvSpPr>
        <p:spPr>
          <a:xfrm rot="10800000" flipH="1">
            <a:off x="-2241867" y="-20301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72874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accent5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950967" y="2939473"/>
            <a:ext cx="5133600" cy="9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950967" y="1230700"/>
            <a:ext cx="5627600" cy="13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7467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1073400" y="2454000"/>
            <a:ext cx="10045200" cy="19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8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7595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accent5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0" y="609600"/>
            <a:ext cx="12192000" cy="62484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" name="Google Shape;43;p9"/>
          <p:cNvSpPr/>
          <p:nvPr/>
        </p:nvSpPr>
        <p:spPr>
          <a:xfrm rot="5400000">
            <a:off x="-85900" y="85800"/>
            <a:ext cx="5657600" cy="54860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" name="Google Shape;44;p9"/>
          <p:cNvSpPr/>
          <p:nvPr/>
        </p:nvSpPr>
        <p:spPr>
          <a:xfrm rot="-5400000" flipH="1">
            <a:off x="6588933" y="35367"/>
            <a:ext cx="5819600" cy="56368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" name="Google Shape;45;p9"/>
          <p:cNvSpPr txBox="1">
            <a:spLocks noGrp="1"/>
          </p:cNvSpPr>
          <p:nvPr>
            <p:ph type="ctrTitle"/>
          </p:nvPr>
        </p:nvSpPr>
        <p:spPr>
          <a:xfrm>
            <a:off x="2254400" y="3293733"/>
            <a:ext cx="7683200" cy="9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4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958300" y="4445733"/>
            <a:ext cx="6275200" cy="10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636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accent5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-67" y="7467"/>
            <a:ext cx="12192000" cy="6858000"/>
          </a:xfrm>
          <a:prstGeom prst="rect">
            <a:avLst/>
          </a:prstGeom>
          <a:solidFill>
            <a:schemeClr val="lt1">
              <a:alpha val="2356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" name="Google Shape;49;p10"/>
          <p:cNvSpPr/>
          <p:nvPr/>
        </p:nvSpPr>
        <p:spPr>
          <a:xfrm>
            <a:off x="5749867" y="4892367"/>
            <a:ext cx="6515200" cy="140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6096000" y="4972767"/>
            <a:ext cx="5145200" cy="10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333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rot="5400000">
            <a:off x="-454949" y="-1050849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52" name="Google Shape;52;p10"/>
          <p:cNvSpPr/>
          <p:nvPr/>
        </p:nvSpPr>
        <p:spPr>
          <a:xfrm rot="5400000">
            <a:off x="-581949" y="-1342949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472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 rot="10800000">
            <a:off x="-26500" y="-25767"/>
            <a:ext cx="12270800" cy="6883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951000" y="851733"/>
            <a:ext cx="102900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951000" y="3608501"/>
            <a:ext cx="102900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92326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947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accent5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-225733" y="-86000"/>
            <a:ext cx="5934800" cy="7029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60" name="Google Shape;60;p13"/>
          <p:cNvCxnSpPr/>
          <p:nvPr/>
        </p:nvCxnSpPr>
        <p:spPr>
          <a:xfrm rot="10800000">
            <a:off x="-2139567" y="2165800"/>
            <a:ext cx="6426400" cy="5892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7587533" y="2510967"/>
            <a:ext cx="4258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2" hasCustomPrompt="1"/>
          </p:nvPr>
        </p:nvSpPr>
        <p:spPr>
          <a:xfrm>
            <a:off x="6414361" y="1552091"/>
            <a:ext cx="9128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3" hasCustomPrompt="1"/>
          </p:nvPr>
        </p:nvSpPr>
        <p:spPr>
          <a:xfrm>
            <a:off x="6414361" y="2709320"/>
            <a:ext cx="9128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4"/>
          </p:nvPr>
        </p:nvSpPr>
        <p:spPr>
          <a:xfrm>
            <a:off x="7587533" y="4837700"/>
            <a:ext cx="4258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5"/>
          </p:nvPr>
        </p:nvSpPr>
        <p:spPr>
          <a:xfrm>
            <a:off x="7587533" y="1392000"/>
            <a:ext cx="4258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6"/>
          </p:nvPr>
        </p:nvSpPr>
        <p:spPr>
          <a:xfrm>
            <a:off x="7587533" y="3680467"/>
            <a:ext cx="4258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7" hasCustomPrompt="1"/>
          </p:nvPr>
        </p:nvSpPr>
        <p:spPr>
          <a:xfrm>
            <a:off x="6414361" y="3840557"/>
            <a:ext cx="9128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8" hasCustomPrompt="1"/>
          </p:nvPr>
        </p:nvSpPr>
        <p:spPr>
          <a:xfrm>
            <a:off x="6414361" y="4997787"/>
            <a:ext cx="9128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>
            <a:off x="7587533" y="1759393"/>
            <a:ext cx="3272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9"/>
          </p:nvPr>
        </p:nvSpPr>
        <p:spPr>
          <a:xfrm>
            <a:off x="7587533" y="4060560"/>
            <a:ext cx="3272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3"/>
          </p:nvPr>
        </p:nvSpPr>
        <p:spPr>
          <a:xfrm>
            <a:off x="7587533" y="2883597"/>
            <a:ext cx="3272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4"/>
          </p:nvPr>
        </p:nvSpPr>
        <p:spPr>
          <a:xfrm>
            <a:off x="7587533" y="5210331"/>
            <a:ext cx="3272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5"/>
          </p:nvPr>
        </p:nvSpPr>
        <p:spPr>
          <a:xfrm>
            <a:off x="950967" y="2931733"/>
            <a:ext cx="4555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4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3923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bg>
      <p:bgPr>
        <a:solidFill>
          <a:schemeClr val="accent5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 hasCustomPrompt="1"/>
          </p:nvPr>
        </p:nvSpPr>
        <p:spPr>
          <a:xfrm>
            <a:off x="1087317" y="3994300"/>
            <a:ext cx="8112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 idx="2"/>
          </p:nvPr>
        </p:nvSpPr>
        <p:spPr>
          <a:xfrm>
            <a:off x="2177917" y="3909067"/>
            <a:ext cx="3911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1"/>
          </p:nvPr>
        </p:nvSpPr>
        <p:spPr>
          <a:xfrm>
            <a:off x="2177917" y="4276472"/>
            <a:ext cx="3911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 rot="10800000">
            <a:off x="-26500" y="-17781"/>
            <a:ext cx="12270800" cy="3586800"/>
          </a:xfrm>
          <a:prstGeom prst="triangle">
            <a:avLst>
              <a:gd name="adj" fmla="val 49898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 idx="3" hasCustomPrompt="1"/>
          </p:nvPr>
        </p:nvSpPr>
        <p:spPr>
          <a:xfrm>
            <a:off x="1087317" y="5185000"/>
            <a:ext cx="8112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4"/>
          <p:cNvSpPr txBox="1">
            <a:spLocks noGrp="1"/>
          </p:cNvSpPr>
          <p:nvPr>
            <p:ph type="title" idx="4"/>
          </p:nvPr>
        </p:nvSpPr>
        <p:spPr>
          <a:xfrm>
            <a:off x="2177917" y="5099761"/>
            <a:ext cx="3911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5"/>
          </p:nvPr>
        </p:nvSpPr>
        <p:spPr>
          <a:xfrm>
            <a:off x="2177917" y="5467167"/>
            <a:ext cx="3911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 idx="6" hasCustomPrompt="1"/>
          </p:nvPr>
        </p:nvSpPr>
        <p:spPr>
          <a:xfrm>
            <a:off x="6058500" y="3994300"/>
            <a:ext cx="8112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 idx="7"/>
          </p:nvPr>
        </p:nvSpPr>
        <p:spPr>
          <a:xfrm>
            <a:off x="7193547" y="3909067"/>
            <a:ext cx="3911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8"/>
          </p:nvPr>
        </p:nvSpPr>
        <p:spPr>
          <a:xfrm>
            <a:off x="7193547" y="4276472"/>
            <a:ext cx="3911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title" idx="9" hasCustomPrompt="1"/>
          </p:nvPr>
        </p:nvSpPr>
        <p:spPr>
          <a:xfrm>
            <a:off x="6058500" y="5185000"/>
            <a:ext cx="8112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4"/>
          <p:cNvSpPr txBox="1">
            <a:spLocks noGrp="1"/>
          </p:cNvSpPr>
          <p:nvPr>
            <p:ph type="title" idx="13"/>
          </p:nvPr>
        </p:nvSpPr>
        <p:spPr>
          <a:xfrm>
            <a:off x="7193547" y="5099763"/>
            <a:ext cx="3911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4"/>
          </p:nvPr>
        </p:nvSpPr>
        <p:spPr>
          <a:xfrm>
            <a:off x="7193547" y="5467168"/>
            <a:ext cx="3911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cxnSp>
        <p:nvCxnSpPr>
          <p:cNvPr id="88" name="Google Shape;88;p14"/>
          <p:cNvCxnSpPr/>
          <p:nvPr/>
        </p:nvCxnSpPr>
        <p:spPr>
          <a:xfrm rot="10800000">
            <a:off x="-2989300" y="2546300"/>
            <a:ext cx="6426400" cy="589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4"/>
          <p:cNvCxnSpPr/>
          <p:nvPr/>
        </p:nvCxnSpPr>
        <p:spPr>
          <a:xfrm rot="10800000" flipH="1">
            <a:off x="8754900" y="2507000"/>
            <a:ext cx="6426400" cy="589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4"/>
          <p:cNvSpPr txBox="1">
            <a:spLocks noGrp="1"/>
          </p:cNvSpPr>
          <p:nvPr>
            <p:ph type="title" idx="15"/>
          </p:nvPr>
        </p:nvSpPr>
        <p:spPr>
          <a:xfrm>
            <a:off x="950967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160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solidFill>
          <a:schemeClr val="accent5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1242267" y="2692957"/>
            <a:ext cx="4337200" cy="13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533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 idx="2" hasCustomPrompt="1"/>
          </p:nvPr>
        </p:nvSpPr>
        <p:spPr>
          <a:xfrm>
            <a:off x="1242267" y="1289407"/>
            <a:ext cx="4076400" cy="12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1242267" y="4434973"/>
            <a:ext cx="2638000" cy="7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cxnSp>
        <p:nvCxnSpPr>
          <p:cNvPr id="105" name="Google Shape;105;p16"/>
          <p:cNvCxnSpPr/>
          <p:nvPr/>
        </p:nvCxnSpPr>
        <p:spPr>
          <a:xfrm>
            <a:off x="3442400" y="-1684000"/>
            <a:ext cx="5010000" cy="557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" name="Google Shape;106;p16"/>
          <p:cNvSpPr/>
          <p:nvPr/>
        </p:nvSpPr>
        <p:spPr>
          <a:xfrm>
            <a:off x="-83233" y="5101033"/>
            <a:ext cx="1728000" cy="1843200"/>
          </a:xfrm>
          <a:prstGeom prst="rtTriangl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72178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bg>
      <p:bgPr>
        <a:solidFill>
          <a:schemeClr val="accent5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 flipH="1">
            <a:off x="2428633" y="3370167"/>
            <a:ext cx="7334800" cy="6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057800" y="2044681"/>
            <a:ext cx="4076400" cy="11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1"/>
          </p:nvPr>
        </p:nvSpPr>
        <p:spPr>
          <a:xfrm flipH="1">
            <a:off x="4264200" y="4390916"/>
            <a:ext cx="36636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cxnSp>
        <p:nvCxnSpPr>
          <p:cNvPr id="111" name="Google Shape;111;p17"/>
          <p:cNvCxnSpPr/>
          <p:nvPr/>
        </p:nvCxnSpPr>
        <p:spPr>
          <a:xfrm>
            <a:off x="8466817" y="-2001500"/>
            <a:ext cx="5010000" cy="557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" name="Google Shape;112;p17"/>
          <p:cNvSpPr/>
          <p:nvPr/>
        </p:nvSpPr>
        <p:spPr>
          <a:xfrm>
            <a:off x="-85600" y="5101033"/>
            <a:ext cx="1728000" cy="184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" name="Google Shape;113;p17"/>
          <p:cNvSpPr/>
          <p:nvPr/>
        </p:nvSpPr>
        <p:spPr>
          <a:xfrm>
            <a:off x="7011867" y="-317233"/>
            <a:ext cx="15205200" cy="77924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" name="Google Shape;114;p17"/>
          <p:cNvSpPr/>
          <p:nvPr/>
        </p:nvSpPr>
        <p:spPr>
          <a:xfrm rot="10800000">
            <a:off x="-7185400" y="-2882633"/>
            <a:ext cx="15205200" cy="77924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" name="Google Shape;115;p17"/>
          <p:cNvSpPr/>
          <p:nvPr/>
        </p:nvSpPr>
        <p:spPr>
          <a:xfrm>
            <a:off x="6948367" y="5151367"/>
            <a:ext cx="38764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7"/>
          <p:cNvSpPr/>
          <p:nvPr/>
        </p:nvSpPr>
        <p:spPr>
          <a:xfrm rot="10800000">
            <a:off x="1477300" y="-741433"/>
            <a:ext cx="38764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52288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bg>
      <p:bgPr>
        <a:solidFill>
          <a:schemeClr val="accent5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6394833" y="-290100"/>
            <a:ext cx="5797200" cy="749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950967" y="1920267"/>
            <a:ext cx="5145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1"/>
          </p:nvPr>
        </p:nvSpPr>
        <p:spPr>
          <a:xfrm>
            <a:off x="950967" y="3017733"/>
            <a:ext cx="4534400" cy="17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867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1123800" y="719333"/>
            <a:ext cx="1066800" cy="114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74261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bg>
      <p:bgPr>
        <a:solidFill>
          <a:schemeClr val="accent5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1797633" y="927000"/>
            <a:ext cx="8762800" cy="500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" name="Google Shape;124;p19"/>
          <p:cNvSpPr/>
          <p:nvPr/>
        </p:nvSpPr>
        <p:spPr>
          <a:xfrm rot="10800000">
            <a:off x="4178200" y="-30367"/>
            <a:ext cx="3835600" cy="1727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3356633" y="3135947"/>
            <a:ext cx="5478800" cy="19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3178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397923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397923" algn="just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397923" algn="just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397923" algn="just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397923" algn="just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397923" algn="just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397923" algn="just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397923" algn="just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2250600" y="2028433"/>
            <a:ext cx="769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9386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solidFill>
          <a:schemeClr val="accent5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1149933" y="4557448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ubTitle" idx="1"/>
          </p:nvPr>
        </p:nvSpPr>
        <p:spPr>
          <a:xfrm>
            <a:off x="565933" y="4879215"/>
            <a:ext cx="35196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title" idx="2"/>
          </p:nvPr>
        </p:nvSpPr>
        <p:spPr>
          <a:xfrm>
            <a:off x="8701007" y="4557448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3"/>
          </p:nvPr>
        </p:nvSpPr>
        <p:spPr>
          <a:xfrm>
            <a:off x="8117001" y="4879215"/>
            <a:ext cx="35196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title" idx="4"/>
          </p:nvPr>
        </p:nvSpPr>
        <p:spPr>
          <a:xfrm>
            <a:off x="4920200" y="4557448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5"/>
          </p:nvPr>
        </p:nvSpPr>
        <p:spPr>
          <a:xfrm>
            <a:off x="4336197" y="4879215"/>
            <a:ext cx="35196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title" idx="6"/>
          </p:nvPr>
        </p:nvSpPr>
        <p:spPr>
          <a:xfrm>
            <a:off x="2250600" y="707633"/>
            <a:ext cx="769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4291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bg>
      <p:bgPr>
        <a:solidFill>
          <a:schemeClr val="accent5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 rot="-5400000">
            <a:off x="6981400" y="1724733"/>
            <a:ext cx="5233200" cy="5188000"/>
          </a:xfrm>
          <a:prstGeom prst="rtTriangle">
            <a:avLst/>
          </a:prstGeom>
          <a:solidFill>
            <a:srgbClr val="68686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" name="Google Shape;137;p21"/>
          <p:cNvSpPr/>
          <p:nvPr/>
        </p:nvSpPr>
        <p:spPr>
          <a:xfrm rot="10800000" flipH="1">
            <a:off x="50500" y="200"/>
            <a:ext cx="12141600" cy="59596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21"/>
          <p:cNvSpPr/>
          <p:nvPr/>
        </p:nvSpPr>
        <p:spPr>
          <a:xfrm flipH="1">
            <a:off x="4774400" y="1849700"/>
            <a:ext cx="12739200" cy="6479600"/>
          </a:xfrm>
          <a:prstGeom prst="triangle">
            <a:avLst>
              <a:gd name="adj" fmla="val 4942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" name="Google Shape;139;p21"/>
          <p:cNvSpPr txBox="1">
            <a:spLocks noGrp="1"/>
          </p:cNvSpPr>
          <p:nvPr>
            <p:ph type="ctrTitle"/>
          </p:nvPr>
        </p:nvSpPr>
        <p:spPr>
          <a:xfrm>
            <a:off x="2254400" y="1642733"/>
            <a:ext cx="7683200" cy="7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1"/>
          </p:nvPr>
        </p:nvSpPr>
        <p:spPr>
          <a:xfrm>
            <a:off x="4078400" y="2497823"/>
            <a:ext cx="4035200" cy="1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0663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bg>
      <p:bgPr>
        <a:solidFill>
          <a:schemeClr val="accent6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 rot="5400000">
            <a:off x="-4587067" y="-1063800"/>
            <a:ext cx="17676800" cy="89856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" name="Google Shape;143;p22"/>
          <p:cNvSpPr/>
          <p:nvPr/>
        </p:nvSpPr>
        <p:spPr>
          <a:xfrm rot="-5400000">
            <a:off x="5865300" y="-493733"/>
            <a:ext cx="7688000" cy="74548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4" name="Google Shape;144;p22"/>
          <p:cNvSpPr txBox="1">
            <a:spLocks noGrp="1"/>
          </p:cNvSpPr>
          <p:nvPr>
            <p:ph type="ctrTitle"/>
          </p:nvPr>
        </p:nvSpPr>
        <p:spPr>
          <a:xfrm>
            <a:off x="950967" y="2229967"/>
            <a:ext cx="4035200" cy="7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4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subTitle" idx="1"/>
          </p:nvPr>
        </p:nvSpPr>
        <p:spPr>
          <a:xfrm>
            <a:off x="950967" y="3296005"/>
            <a:ext cx="4035200" cy="1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 rot="-2700000">
            <a:off x="5344497" y="-6021020"/>
            <a:ext cx="7688231" cy="7454603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47" name="Google Shape;147;p22"/>
          <p:cNvCxnSpPr/>
          <p:nvPr/>
        </p:nvCxnSpPr>
        <p:spPr>
          <a:xfrm rot="10800000" flipH="1">
            <a:off x="6083400" y="-272100"/>
            <a:ext cx="8013600" cy="824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97930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bg>
      <p:bgPr>
        <a:solidFill>
          <a:schemeClr val="accent5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5386633" y="2993717"/>
            <a:ext cx="5854400" cy="8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5557333" y="1284100"/>
            <a:ext cx="5683600" cy="12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0395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bg>
      <p:bgPr>
        <a:solidFill>
          <a:schemeClr val="accent5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/>
          <p:nvPr/>
        </p:nvSpPr>
        <p:spPr>
          <a:xfrm>
            <a:off x="0" y="0"/>
            <a:ext cx="5797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6698913" y="1920267"/>
            <a:ext cx="4534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ubTitle" idx="1"/>
          </p:nvPr>
        </p:nvSpPr>
        <p:spPr>
          <a:xfrm>
            <a:off x="6698913" y="3017733"/>
            <a:ext cx="4534400" cy="17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867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355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bg>
      <p:bgPr>
        <a:solidFill>
          <a:schemeClr val="dk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>
            <a:spLocks noGrp="1"/>
          </p:cNvSpPr>
          <p:nvPr>
            <p:ph type="body" idx="1"/>
          </p:nvPr>
        </p:nvSpPr>
        <p:spPr>
          <a:xfrm>
            <a:off x="950967" y="3130456"/>
            <a:ext cx="5478800" cy="1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3178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397923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950967" y="2028433"/>
            <a:ext cx="547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4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58" name="Google Shape;158;p25"/>
          <p:cNvSpPr/>
          <p:nvPr/>
        </p:nvSpPr>
        <p:spPr>
          <a:xfrm rot="5400000">
            <a:off x="-1014683" y="-1054016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59" name="Google Shape;159;p25"/>
          <p:cNvSpPr/>
          <p:nvPr/>
        </p:nvSpPr>
        <p:spPr>
          <a:xfrm rot="5400000">
            <a:off x="-1141683" y="-1346116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60" name="Google Shape;160;p25"/>
          <p:cNvSpPr/>
          <p:nvPr/>
        </p:nvSpPr>
        <p:spPr>
          <a:xfrm rot="-5400000">
            <a:off x="3862467" y="384000"/>
            <a:ext cx="13521600" cy="60900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4058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bg>
      <p:bgPr>
        <a:solidFill>
          <a:schemeClr val="accent6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 rot="10800000" flipH="1">
            <a:off x="-3186800" y="-136633"/>
            <a:ext cx="18516000" cy="8763200"/>
          </a:xfrm>
          <a:prstGeom prst="triangle">
            <a:avLst>
              <a:gd name="adj" fmla="val 4985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3" name="Google Shape;163;p26"/>
          <p:cNvSpPr/>
          <p:nvPr/>
        </p:nvSpPr>
        <p:spPr>
          <a:xfrm>
            <a:off x="-7015935" y="2060167"/>
            <a:ext cx="9380800" cy="4369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4" name="Google Shape;164;p26"/>
          <p:cNvSpPr txBox="1">
            <a:spLocks noGrp="1"/>
          </p:cNvSpPr>
          <p:nvPr>
            <p:ph type="body" idx="1"/>
          </p:nvPr>
        </p:nvSpPr>
        <p:spPr>
          <a:xfrm>
            <a:off x="3245700" y="4177652"/>
            <a:ext cx="57004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3178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397923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2301600" y="2241933"/>
            <a:ext cx="7588800" cy="17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10666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 rot="10800000">
            <a:off x="9225833" y="-9841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67" name="Google Shape;167;p26"/>
          <p:cNvSpPr/>
          <p:nvPr/>
        </p:nvSpPr>
        <p:spPr>
          <a:xfrm rot="10800000">
            <a:off x="9416333" y="-1060367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590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bg>
      <p:bgPr>
        <a:solidFill>
          <a:schemeClr val="dk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 rot="-5400000">
            <a:off x="9759233" y="4304400"/>
            <a:ext cx="2816800" cy="2731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0" name="Google Shape;170;p27"/>
          <p:cNvSpPr/>
          <p:nvPr/>
        </p:nvSpPr>
        <p:spPr>
          <a:xfrm>
            <a:off x="-692867" y="31824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-984967" y="3309467"/>
            <a:ext cx="4541200" cy="4403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72" name="Google Shape;172;p27"/>
          <p:cNvSpPr/>
          <p:nvPr/>
        </p:nvSpPr>
        <p:spPr>
          <a:xfrm rot="10800000">
            <a:off x="8970433" y="-1220733"/>
            <a:ext cx="4541200" cy="4403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73" name="Google Shape;173;p27"/>
          <p:cNvSpPr/>
          <p:nvPr/>
        </p:nvSpPr>
        <p:spPr>
          <a:xfrm rot="5400000">
            <a:off x="-349967" y="-2519833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xfrm>
            <a:off x="950968" y="2393917"/>
            <a:ext cx="4534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subTitle" idx="1"/>
          </p:nvPr>
        </p:nvSpPr>
        <p:spPr>
          <a:xfrm>
            <a:off x="950967" y="3506875"/>
            <a:ext cx="4534400" cy="5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3584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 point 1">
    <p:bg>
      <p:bgPr>
        <a:solidFill>
          <a:schemeClr val="accent6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/>
          <p:nvPr/>
        </p:nvSpPr>
        <p:spPr>
          <a:xfrm rot="-5400000">
            <a:off x="6190588" y="-2231145"/>
            <a:ext cx="10246800" cy="9935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78" name="Google Shape;178;p28"/>
          <p:cNvSpPr/>
          <p:nvPr/>
        </p:nvSpPr>
        <p:spPr>
          <a:xfrm rot="-5400000" flipH="1">
            <a:off x="3788733" y="384067"/>
            <a:ext cx="13521600" cy="60900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9" name="Google Shape;179;p28"/>
          <p:cNvSpPr txBox="1">
            <a:spLocks noGrp="1"/>
          </p:cNvSpPr>
          <p:nvPr>
            <p:ph type="title"/>
          </p:nvPr>
        </p:nvSpPr>
        <p:spPr>
          <a:xfrm>
            <a:off x="950967" y="2169533"/>
            <a:ext cx="6212400" cy="25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8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80" name="Google Shape;180;p28"/>
          <p:cNvSpPr/>
          <p:nvPr/>
        </p:nvSpPr>
        <p:spPr>
          <a:xfrm rot="5400000">
            <a:off x="-454949" y="-1050849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81" name="Google Shape;181;p28"/>
          <p:cNvSpPr/>
          <p:nvPr/>
        </p:nvSpPr>
        <p:spPr>
          <a:xfrm rot="5400000">
            <a:off x="-581949" y="-1342949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82" name="Google Shape;182;p28"/>
          <p:cNvSpPr/>
          <p:nvPr/>
        </p:nvSpPr>
        <p:spPr>
          <a:xfrm flipH="1">
            <a:off x="7211633" y="6015767"/>
            <a:ext cx="4611200" cy="25652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19305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solidFill>
          <a:schemeClr val="accent5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>
            <a:spLocks noGrp="1"/>
          </p:cNvSpPr>
          <p:nvPr>
            <p:ph type="title"/>
          </p:nvPr>
        </p:nvSpPr>
        <p:spPr>
          <a:xfrm>
            <a:off x="1759432" y="26815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subTitle" idx="1"/>
          </p:nvPr>
        </p:nvSpPr>
        <p:spPr>
          <a:xfrm>
            <a:off x="1759435" y="3048767"/>
            <a:ext cx="29620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86" name="Google Shape;186;p29"/>
          <p:cNvSpPr txBox="1">
            <a:spLocks noGrp="1"/>
          </p:cNvSpPr>
          <p:nvPr>
            <p:ph type="title" idx="2"/>
          </p:nvPr>
        </p:nvSpPr>
        <p:spPr>
          <a:xfrm>
            <a:off x="6241864" y="26817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87" name="Google Shape;187;p29"/>
          <p:cNvSpPr txBox="1">
            <a:spLocks noGrp="1"/>
          </p:cNvSpPr>
          <p:nvPr>
            <p:ph type="subTitle" idx="3"/>
          </p:nvPr>
        </p:nvSpPr>
        <p:spPr>
          <a:xfrm>
            <a:off x="6241835" y="3046733"/>
            <a:ext cx="29620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88" name="Google Shape;188;p29"/>
          <p:cNvSpPr txBox="1">
            <a:spLocks noGrp="1"/>
          </p:cNvSpPr>
          <p:nvPr>
            <p:ph type="title" idx="4"/>
          </p:nvPr>
        </p:nvSpPr>
        <p:spPr>
          <a:xfrm>
            <a:off x="3214599" y="43579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subTitle" idx="5"/>
          </p:nvPr>
        </p:nvSpPr>
        <p:spPr>
          <a:xfrm>
            <a:off x="3214601" y="4725167"/>
            <a:ext cx="29620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90" name="Google Shape;190;p29"/>
          <p:cNvSpPr txBox="1">
            <a:spLocks noGrp="1"/>
          </p:cNvSpPr>
          <p:nvPr>
            <p:ph type="title" idx="6"/>
          </p:nvPr>
        </p:nvSpPr>
        <p:spPr>
          <a:xfrm>
            <a:off x="7697031" y="43581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91" name="Google Shape;191;p29"/>
          <p:cNvSpPr txBox="1">
            <a:spLocks noGrp="1"/>
          </p:cNvSpPr>
          <p:nvPr>
            <p:ph type="subTitle" idx="7"/>
          </p:nvPr>
        </p:nvSpPr>
        <p:spPr>
          <a:xfrm>
            <a:off x="7697000" y="4723133"/>
            <a:ext cx="29620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92" name="Google Shape;192;p29"/>
          <p:cNvSpPr/>
          <p:nvPr/>
        </p:nvSpPr>
        <p:spPr>
          <a:xfrm rot="-5400000">
            <a:off x="9759233" y="4304400"/>
            <a:ext cx="2816800" cy="2731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3" name="Google Shape;193;p29"/>
          <p:cNvSpPr/>
          <p:nvPr/>
        </p:nvSpPr>
        <p:spPr>
          <a:xfrm>
            <a:off x="-692867" y="31824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-984967" y="33094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95" name="Google Shape;195;p29"/>
          <p:cNvSpPr/>
          <p:nvPr/>
        </p:nvSpPr>
        <p:spPr>
          <a:xfrm rot="10800000">
            <a:off x="8970433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96" name="Google Shape;196;p29"/>
          <p:cNvSpPr/>
          <p:nvPr/>
        </p:nvSpPr>
        <p:spPr>
          <a:xfrm rot="5400000">
            <a:off x="-349967" y="-2519833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197" name="Google Shape;197;p29"/>
          <p:cNvSpPr txBox="1">
            <a:spLocks noGrp="1"/>
          </p:cNvSpPr>
          <p:nvPr>
            <p:ph type="title" idx="8"/>
          </p:nvPr>
        </p:nvSpPr>
        <p:spPr>
          <a:xfrm>
            <a:off x="950967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5437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bg>
      <p:bgPr>
        <a:solidFill>
          <a:schemeClr val="accent5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844800" y="3076600"/>
            <a:ext cx="8502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title" idx="2"/>
          </p:nvPr>
        </p:nvSpPr>
        <p:spPr>
          <a:xfrm>
            <a:off x="1494500" y="11993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01" name="Google Shape;201;p30"/>
          <p:cNvSpPr txBox="1">
            <a:spLocks noGrp="1"/>
          </p:cNvSpPr>
          <p:nvPr>
            <p:ph type="subTitle" idx="1"/>
          </p:nvPr>
        </p:nvSpPr>
        <p:spPr>
          <a:xfrm>
            <a:off x="978900" y="1555832"/>
            <a:ext cx="36436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title" idx="3"/>
          </p:nvPr>
        </p:nvSpPr>
        <p:spPr>
          <a:xfrm>
            <a:off x="1494500" y="46373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03" name="Google Shape;203;p30"/>
          <p:cNvSpPr txBox="1">
            <a:spLocks noGrp="1"/>
          </p:cNvSpPr>
          <p:nvPr>
            <p:ph type="subTitle" idx="4"/>
          </p:nvPr>
        </p:nvSpPr>
        <p:spPr>
          <a:xfrm>
            <a:off x="978900" y="4997087"/>
            <a:ext cx="36436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title" idx="5"/>
          </p:nvPr>
        </p:nvSpPr>
        <p:spPr>
          <a:xfrm>
            <a:off x="8085128" y="11993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subTitle" idx="6"/>
          </p:nvPr>
        </p:nvSpPr>
        <p:spPr>
          <a:xfrm>
            <a:off x="7569533" y="1555832"/>
            <a:ext cx="36436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 idx="7"/>
          </p:nvPr>
        </p:nvSpPr>
        <p:spPr>
          <a:xfrm>
            <a:off x="8085128" y="46375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subTitle" idx="8"/>
          </p:nvPr>
        </p:nvSpPr>
        <p:spPr>
          <a:xfrm>
            <a:off x="7569533" y="4994784"/>
            <a:ext cx="36436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9530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bg>
      <p:bgPr>
        <a:solidFill>
          <a:schemeClr val="accent5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title"/>
          </p:nvPr>
        </p:nvSpPr>
        <p:spPr>
          <a:xfrm>
            <a:off x="2741587" y="2765733"/>
            <a:ext cx="2969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subTitle" idx="1"/>
          </p:nvPr>
        </p:nvSpPr>
        <p:spPr>
          <a:xfrm>
            <a:off x="2741589" y="3109900"/>
            <a:ext cx="2969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title" idx="2"/>
          </p:nvPr>
        </p:nvSpPr>
        <p:spPr>
          <a:xfrm>
            <a:off x="2741587" y="4537232"/>
            <a:ext cx="2969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2" name="Google Shape;212;p31"/>
          <p:cNvSpPr txBox="1">
            <a:spLocks noGrp="1"/>
          </p:cNvSpPr>
          <p:nvPr>
            <p:ph type="subTitle" idx="3"/>
          </p:nvPr>
        </p:nvSpPr>
        <p:spPr>
          <a:xfrm>
            <a:off x="2741589" y="4881400"/>
            <a:ext cx="2969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title" idx="4"/>
          </p:nvPr>
        </p:nvSpPr>
        <p:spPr>
          <a:xfrm>
            <a:off x="7259552" y="2765733"/>
            <a:ext cx="2969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subTitle" idx="5"/>
          </p:nvPr>
        </p:nvSpPr>
        <p:spPr>
          <a:xfrm>
            <a:off x="7259552" y="3109900"/>
            <a:ext cx="2969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15" name="Google Shape;215;p31"/>
          <p:cNvSpPr txBox="1">
            <a:spLocks noGrp="1"/>
          </p:cNvSpPr>
          <p:nvPr>
            <p:ph type="title" idx="6"/>
          </p:nvPr>
        </p:nvSpPr>
        <p:spPr>
          <a:xfrm>
            <a:off x="7259552" y="4537233"/>
            <a:ext cx="2969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subTitle" idx="7"/>
          </p:nvPr>
        </p:nvSpPr>
        <p:spPr>
          <a:xfrm>
            <a:off x="7259552" y="4881400"/>
            <a:ext cx="2969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17" name="Google Shape;217;p31"/>
          <p:cNvSpPr/>
          <p:nvPr/>
        </p:nvSpPr>
        <p:spPr>
          <a:xfrm>
            <a:off x="-1949767" y="31824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-2241867" y="33094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19" name="Google Shape;219;p31"/>
          <p:cNvSpPr/>
          <p:nvPr/>
        </p:nvSpPr>
        <p:spPr>
          <a:xfrm rot="10800000">
            <a:off x="8177033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20" name="Google Shape;220;p31"/>
          <p:cNvSpPr txBox="1">
            <a:spLocks noGrp="1"/>
          </p:cNvSpPr>
          <p:nvPr>
            <p:ph type="title" idx="8"/>
          </p:nvPr>
        </p:nvSpPr>
        <p:spPr>
          <a:xfrm>
            <a:off x="955400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7076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bg>
      <p:bgPr>
        <a:solidFill>
          <a:srgbClr val="191919">
            <a:alpha val="0"/>
          </a:srgbClr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>
            <a:spLocks noGrp="1"/>
          </p:cNvSpPr>
          <p:nvPr>
            <p:ph type="title"/>
          </p:nvPr>
        </p:nvSpPr>
        <p:spPr>
          <a:xfrm>
            <a:off x="950967" y="4466300"/>
            <a:ext cx="2461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23" name="Google Shape;223;p32"/>
          <p:cNvSpPr txBox="1">
            <a:spLocks noGrp="1"/>
          </p:cNvSpPr>
          <p:nvPr>
            <p:ph type="subTitle" idx="1"/>
          </p:nvPr>
        </p:nvSpPr>
        <p:spPr>
          <a:xfrm>
            <a:off x="950967" y="4810463"/>
            <a:ext cx="2461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24" name="Google Shape;224;p32"/>
          <p:cNvSpPr/>
          <p:nvPr/>
        </p:nvSpPr>
        <p:spPr>
          <a:xfrm flipH="1">
            <a:off x="9338833" y="33729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225" name="Google Shape;225;p32"/>
          <p:cNvSpPr/>
          <p:nvPr/>
        </p:nvSpPr>
        <p:spPr>
          <a:xfrm flipH="1">
            <a:off x="9592833" y="3538067"/>
            <a:ext cx="45412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226" name="Google Shape;226;p32"/>
          <p:cNvSpPr/>
          <p:nvPr/>
        </p:nvSpPr>
        <p:spPr>
          <a:xfrm rot="10800000" flipH="1">
            <a:off x="-1016567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27" name="Google Shape;227;p32"/>
          <p:cNvSpPr/>
          <p:nvPr/>
        </p:nvSpPr>
        <p:spPr>
          <a:xfrm rot="10800000" flipH="1">
            <a:off x="-2241867" y="-20301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28" name="Google Shape;228;p32"/>
          <p:cNvSpPr txBox="1">
            <a:spLocks noGrp="1"/>
          </p:cNvSpPr>
          <p:nvPr>
            <p:ph type="title" idx="2"/>
          </p:nvPr>
        </p:nvSpPr>
        <p:spPr>
          <a:xfrm>
            <a:off x="3560477" y="4466300"/>
            <a:ext cx="2461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29" name="Google Shape;229;p32"/>
          <p:cNvSpPr txBox="1">
            <a:spLocks noGrp="1"/>
          </p:cNvSpPr>
          <p:nvPr>
            <p:ph type="subTitle" idx="3"/>
          </p:nvPr>
        </p:nvSpPr>
        <p:spPr>
          <a:xfrm>
            <a:off x="3560477" y="4810463"/>
            <a:ext cx="2461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30" name="Google Shape;230;p32"/>
          <p:cNvSpPr txBox="1">
            <a:spLocks noGrp="1"/>
          </p:cNvSpPr>
          <p:nvPr>
            <p:ph type="title" idx="4"/>
          </p:nvPr>
        </p:nvSpPr>
        <p:spPr>
          <a:xfrm>
            <a:off x="6169988" y="4466300"/>
            <a:ext cx="2461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31" name="Google Shape;231;p32"/>
          <p:cNvSpPr txBox="1">
            <a:spLocks noGrp="1"/>
          </p:cNvSpPr>
          <p:nvPr>
            <p:ph type="subTitle" idx="5"/>
          </p:nvPr>
        </p:nvSpPr>
        <p:spPr>
          <a:xfrm>
            <a:off x="6169988" y="4810463"/>
            <a:ext cx="2461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32" name="Google Shape;232;p32"/>
          <p:cNvSpPr txBox="1">
            <a:spLocks noGrp="1"/>
          </p:cNvSpPr>
          <p:nvPr>
            <p:ph type="title" idx="6"/>
          </p:nvPr>
        </p:nvSpPr>
        <p:spPr>
          <a:xfrm>
            <a:off x="8779499" y="4466300"/>
            <a:ext cx="2461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33" name="Google Shape;233;p32"/>
          <p:cNvSpPr txBox="1">
            <a:spLocks noGrp="1"/>
          </p:cNvSpPr>
          <p:nvPr>
            <p:ph type="subTitle" idx="7"/>
          </p:nvPr>
        </p:nvSpPr>
        <p:spPr>
          <a:xfrm>
            <a:off x="8779499" y="4810463"/>
            <a:ext cx="2461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34" name="Google Shape;234;p32"/>
          <p:cNvSpPr txBox="1">
            <a:spLocks noGrp="1"/>
          </p:cNvSpPr>
          <p:nvPr>
            <p:ph type="title" idx="8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161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bg>
      <p:bgPr>
        <a:solidFill>
          <a:schemeClr val="dk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/>
          <p:nvPr/>
        </p:nvSpPr>
        <p:spPr>
          <a:xfrm>
            <a:off x="3225700" y="950397"/>
            <a:ext cx="11574400" cy="6009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5" name="Google Shape;245;p34"/>
          <p:cNvSpPr/>
          <p:nvPr/>
        </p:nvSpPr>
        <p:spPr>
          <a:xfrm rot="10800000">
            <a:off x="-2608100" y="-101603"/>
            <a:ext cx="11574400" cy="6009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6" name="Google Shape;246;p34"/>
          <p:cNvSpPr txBox="1">
            <a:spLocks noGrp="1"/>
          </p:cNvSpPr>
          <p:nvPr>
            <p:ph type="subTitle" idx="1"/>
          </p:nvPr>
        </p:nvSpPr>
        <p:spPr>
          <a:xfrm>
            <a:off x="1116800" y="1818545"/>
            <a:ext cx="41344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47" name="Google Shape;247;p34"/>
          <p:cNvSpPr txBox="1">
            <a:spLocks noGrp="1"/>
          </p:cNvSpPr>
          <p:nvPr>
            <p:ph type="subTitle" idx="2"/>
          </p:nvPr>
        </p:nvSpPr>
        <p:spPr>
          <a:xfrm>
            <a:off x="6939164" y="4704727"/>
            <a:ext cx="41344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cxnSp>
        <p:nvCxnSpPr>
          <p:cNvPr id="248" name="Google Shape;248;p34"/>
          <p:cNvCxnSpPr/>
          <p:nvPr/>
        </p:nvCxnSpPr>
        <p:spPr>
          <a:xfrm>
            <a:off x="-1834333" y="3233164"/>
            <a:ext cx="4106000" cy="4236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34"/>
          <p:cNvCxnSpPr/>
          <p:nvPr/>
        </p:nvCxnSpPr>
        <p:spPr>
          <a:xfrm>
            <a:off x="10451667" y="-83603"/>
            <a:ext cx="4106000" cy="4236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34"/>
          <p:cNvSpPr txBox="1">
            <a:spLocks noGrp="1"/>
          </p:cNvSpPr>
          <p:nvPr>
            <p:ph type="title"/>
          </p:nvPr>
        </p:nvSpPr>
        <p:spPr>
          <a:xfrm>
            <a:off x="6939164" y="3606200"/>
            <a:ext cx="4134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51" name="Google Shape;251;p34"/>
          <p:cNvSpPr txBox="1">
            <a:spLocks noGrp="1"/>
          </p:cNvSpPr>
          <p:nvPr>
            <p:ph type="title" idx="3"/>
          </p:nvPr>
        </p:nvSpPr>
        <p:spPr>
          <a:xfrm>
            <a:off x="1116800" y="707633"/>
            <a:ext cx="4134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57865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bg>
      <p:bgPr>
        <a:solidFill>
          <a:schemeClr val="accent5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>
            <a:spLocks noGrp="1"/>
          </p:cNvSpPr>
          <p:nvPr>
            <p:ph type="title"/>
          </p:nvPr>
        </p:nvSpPr>
        <p:spPr>
          <a:xfrm>
            <a:off x="1569100" y="2877533"/>
            <a:ext cx="1998800" cy="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54" name="Google Shape;254;p35"/>
          <p:cNvSpPr txBox="1">
            <a:spLocks noGrp="1"/>
          </p:cNvSpPr>
          <p:nvPr>
            <p:ph type="subTitle" idx="1"/>
          </p:nvPr>
        </p:nvSpPr>
        <p:spPr>
          <a:xfrm>
            <a:off x="950967" y="3279000"/>
            <a:ext cx="3234800" cy="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55" name="Google Shape;255;p35"/>
          <p:cNvSpPr txBox="1">
            <a:spLocks noGrp="1"/>
          </p:cNvSpPr>
          <p:nvPr>
            <p:ph type="title" idx="2"/>
          </p:nvPr>
        </p:nvSpPr>
        <p:spPr>
          <a:xfrm>
            <a:off x="8624265" y="2877533"/>
            <a:ext cx="1998800" cy="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56" name="Google Shape;256;p35"/>
          <p:cNvSpPr txBox="1">
            <a:spLocks noGrp="1"/>
          </p:cNvSpPr>
          <p:nvPr>
            <p:ph type="subTitle" idx="3"/>
          </p:nvPr>
        </p:nvSpPr>
        <p:spPr>
          <a:xfrm>
            <a:off x="8006244" y="3279000"/>
            <a:ext cx="3234800" cy="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57" name="Google Shape;257;p35"/>
          <p:cNvSpPr txBox="1">
            <a:spLocks noGrp="1"/>
          </p:cNvSpPr>
          <p:nvPr>
            <p:ph type="title" idx="4"/>
          </p:nvPr>
        </p:nvSpPr>
        <p:spPr>
          <a:xfrm>
            <a:off x="5096600" y="2877533"/>
            <a:ext cx="1998800" cy="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58" name="Google Shape;258;p35"/>
          <p:cNvSpPr txBox="1">
            <a:spLocks noGrp="1"/>
          </p:cNvSpPr>
          <p:nvPr>
            <p:ph type="subTitle" idx="5"/>
          </p:nvPr>
        </p:nvSpPr>
        <p:spPr>
          <a:xfrm>
            <a:off x="4478600" y="3279000"/>
            <a:ext cx="3234800" cy="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59" name="Google Shape;259;p35"/>
          <p:cNvSpPr/>
          <p:nvPr/>
        </p:nvSpPr>
        <p:spPr>
          <a:xfrm>
            <a:off x="4264600" y="5019555"/>
            <a:ext cx="3637200" cy="18884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0" name="Google Shape;260;p35"/>
          <p:cNvSpPr txBox="1">
            <a:spLocks noGrp="1"/>
          </p:cNvSpPr>
          <p:nvPr>
            <p:ph type="title" idx="6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9540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solidFill>
          <a:schemeClr val="accent5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>
            <a:spLocks noGrp="1"/>
          </p:cNvSpPr>
          <p:nvPr>
            <p:ph type="body" idx="1"/>
          </p:nvPr>
        </p:nvSpPr>
        <p:spPr>
          <a:xfrm>
            <a:off x="2771767" y="5781033"/>
            <a:ext cx="6972400" cy="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64" name="Google Shape;264;p36"/>
          <p:cNvSpPr/>
          <p:nvPr/>
        </p:nvSpPr>
        <p:spPr>
          <a:xfrm>
            <a:off x="-692867" y="31824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65" name="Google Shape;265;p36"/>
          <p:cNvSpPr/>
          <p:nvPr/>
        </p:nvSpPr>
        <p:spPr>
          <a:xfrm>
            <a:off x="-984967" y="33094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66" name="Google Shape;266;p36"/>
          <p:cNvSpPr/>
          <p:nvPr/>
        </p:nvSpPr>
        <p:spPr>
          <a:xfrm rot="10800000">
            <a:off x="8970433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67" name="Google Shape;267;p36"/>
          <p:cNvSpPr/>
          <p:nvPr/>
        </p:nvSpPr>
        <p:spPr>
          <a:xfrm rot="10800000">
            <a:off x="6790333" y="-20301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98028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accent5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>
            <a:spLocks noGrp="1"/>
          </p:cNvSpPr>
          <p:nvPr>
            <p:ph type="title"/>
          </p:nvPr>
        </p:nvSpPr>
        <p:spPr>
          <a:xfrm>
            <a:off x="1275167" y="4737412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70" name="Google Shape;270;p37"/>
          <p:cNvSpPr txBox="1">
            <a:spLocks noGrp="1"/>
          </p:cNvSpPr>
          <p:nvPr>
            <p:ph type="subTitle" idx="1"/>
          </p:nvPr>
        </p:nvSpPr>
        <p:spPr>
          <a:xfrm>
            <a:off x="950967" y="5104007"/>
            <a:ext cx="2860000" cy="9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71" name="Google Shape;271;p37"/>
          <p:cNvSpPr txBox="1">
            <a:spLocks noGrp="1"/>
          </p:cNvSpPr>
          <p:nvPr>
            <p:ph type="title" idx="2"/>
          </p:nvPr>
        </p:nvSpPr>
        <p:spPr>
          <a:xfrm>
            <a:off x="8705233" y="4737412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72" name="Google Shape;272;p37"/>
          <p:cNvSpPr txBox="1">
            <a:spLocks noGrp="1"/>
          </p:cNvSpPr>
          <p:nvPr>
            <p:ph type="subTitle" idx="3"/>
          </p:nvPr>
        </p:nvSpPr>
        <p:spPr>
          <a:xfrm>
            <a:off x="8407033" y="5104007"/>
            <a:ext cx="2860000" cy="9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73" name="Google Shape;273;p37"/>
          <p:cNvSpPr txBox="1">
            <a:spLocks noGrp="1"/>
          </p:cNvSpPr>
          <p:nvPr>
            <p:ph type="title" idx="4"/>
          </p:nvPr>
        </p:nvSpPr>
        <p:spPr>
          <a:xfrm>
            <a:off x="5003200" y="4737412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74" name="Google Shape;274;p37"/>
          <p:cNvSpPr txBox="1">
            <a:spLocks noGrp="1"/>
          </p:cNvSpPr>
          <p:nvPr>
            <p:ph type="subTitle" idx="5"/>
          </p:nvPr>
        </p:nvSpPr>
        <p:spPr>
          <a:xfrm>
            <a:off x="4679000" y="5104007"/>
            <a:ext cx="2860000" cy="9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75" name="Google Shape;275;p37"/>
          <p:cNvSpPr txBox="1">
            <a:spLocks noGrp="1"/>
          </p:cNvSpPr>
          <p:nvPr>
            <p:ph type="title" idx="6"/>
          </p:nvPr>
        </p:nvSpPr>
        <p:spPr>
          <a:xfrm>
            <a:off x="2250600" y="707633"/>
            <a:ext cx="769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2018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">
  <p:cSld name="Title and six columns ">
    <p:bg>
      <p:bgPr>
        <a:solidFill>
          <a:schemeClr val="accent5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/>
          <p:nvPr/>
        </p:nvSpPr>
        <p:spPr>
          <a:xfrm>
            <a:off x="-4647467" y="2249333"/>
            <a:ext cx="9870800" cy="5058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8" name="Google Shape;278;p38"/>
          <p:cNvSpPr/>
          <p:nvPr/>
        </p:nvSpPr>
        <p:spPr>
          <a:xfrm>
            <a:off x="1039500" y="1911733"/>
            <a:ext cx="10316400" cy="422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9" name="Google Shape;279;p38"/>
          <p:cNvSpPr txBox="1">
            <a:spLocks noGrp="1"/>
          </p:cNvSpPr>
          <p:nvPr>
            <p:ph type="title"/>
          </p:nvPr>
        </p:nvSpPr>
        <p:spPr>
          <a:xfrm>
            <a:off x="1391705" y="2440767"/>
            <a:ext cx="25300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subTitle" idx="1"/>
          </p:nvPr>
        </p:nvSpPr>
        <p:spPr>
          <a:xfrm>
            <a:off x="1412305" y="2853711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81" name="Google Shape;281;p38"/>
          <p:cNvSpPr txBox="1">
            <a:spLocks noGrp="1"/>
          </p:cNvSpPr>
          <p:nvPr>
            <p:ph type="title" idx="2"/>
          </p:nvPr>
        </p:nvSpPr>
        <p:spPr>
          <a:xfrm>
            <a:off x="1391705" y="4374468"/>
            <a:ext cx="25300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subTitle" idx="3"/>
          </p:nvPr>
        </p:nvSpPr>
        <p:spPr>
          <a:xfrm>
            <a:off x="1412305" y="48192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83" name="Google Shape;283;p38"/>
          <p:cNvSpPr txBox="1">
            <a:spLocks noGrp="1"/>
          </p:cNvSpPr>
          <p:nvPr>
            <p:ph type="title" idx="4"/>
          </p:nvPr>
        </p:nvSpPr>
        <p:spPr>
          <a:xfrm>
            <a:off x="4841813" y="2440767"/>
            <a:ext cx="25092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84" name="Google Shape;284;p38"/>
          <p:cNvSpPr txBox="1">
            <a:spLocks noGrp="1"/>
          </p:cNvSpPr>
          <p:nvPr>
            <p:ph type="subTitle" idx="5"/>
          </p:nvPr>
        </p:nvSpPr>
        <p:spPr>
          <a:xfrm>
            <a:off x="4852013" y="2853701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85" name="Google Shape;285;p38"/>
          <p:cNvSpPr txBox="1">
            <a:spLocks noGrp="1"/>
          </p:cNvSpPr>
          <p:nvPr>
            <p:ph type="title" idx="6"/>
          </p:nvPr>
        </p:nvSpPr>
        <p:spPr>
          <a:xfrm>
            <a:off x="4841813" y="4374468"/>
            <a:ext cx="25092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86" name="Google Shape;286;p38"/>
          <p:cNvSpPr txBox="1">
            <a:spLocks noGrp="1"/>
          </p:cNvSpPr>
          <p:nvPr>
            <p:ph type="subTitle" idx="7"/>
          </p:nvPr>
        </p:nvSpPr>
        <p:spPr>
          <a:xfrm>
            <a:off x="4852013" y="48192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87" name="Google Shape;287;p38"/>
          <p:cNvSpPr txBox="1">
            <a:spLocks noGrp="1"/>
          </p:cNvSpPr>
          <p:nvPr>
            <p:ph type="title" idx="8"/>
          </p:nvPr>
        </p:nvSpPr>
        <p:spPr>
          <a:xfrm>
            <a:off x="8286836" y="2440767"/>
            <a:ext cx="25008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88" name="Google Shape;288;p38"/>
          <p:cNvSpPr txBox="1">
            <a:spLocks noGrp="1"/>
          </p:cNvSpPr>
          <p:nvPr>
            <p:ph type="subTitle" idx="9"/>
          </p:nvPr>
        </p:nvSpPr>
        <p:spPr>
          <a:xfrm>
            <a:off x="8292836" y="2853701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89" name="Google Shape;289;p38"/>
          <p:cNvSpPr txBox="1">
            <a:spLocks noGrp="1"/>
          </p:cNvSpPr>
          <p:nvPr>
            <p:ph type="title" idx="13"/>
          </p:nvPr>
        </p:nvSpPr>
        <p:spPr>
          <a:xfrm>
            <a:off x="8286836" y="4374468"/>
            <a:ext cx="25008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90" name="Google Shape;290;p38"/>
          <p:cNvSpPr txBox="1">
            <a:spLocks noGrp="1"/>
          </p:cNvSpPr>
          <p:nvPr>
            <p:ph type="subTitle" idx="14"/>
          </p:nvPr>
        </p:nvSpPr>
        <p:spPr>
          <a:xfrm>
            <a:off x="8292836" y="48192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91" name="Google Shape;291;p38"/>
          <p:cNvSpPr txBox="1">
            <a:spLocks noGrp="1"/>
          </p:cNvSpPr>
          <p:nvPr>
            <p:ph type="title" idx="15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2314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bg>
      <p:bgPr>
        <a:solidFill>
          <a:schemeClr val="dk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>
            <a:spLocks noGrp="1"/>
          </p:cNvSpPr>
          <p:nvPr>
            <p:ph type="title"/>
          </p:nvPr>
        </p:nvSpPr>
        <p:spPr>
          <a:xfrm>
            <a:off x="1391705" y="4272868"/>
            <a:ext cx="25300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94" name="Google Shape;294;p39"/>
          <p:cNvSpPr txBox="1">
            <a:spLocks noGrp="1"/>
          </p:cNvSpPr>
          <p:nvPr>
            <p:ph type="subTitle" idx="1"/>
          </p:nvPr>
        </p:nvSpPr>
        <p:spPr>
          <a:xfrm>
            <a:off x="1412305" y="47176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95" name="Google Shape;295;p39"/>
          <p:cNvSpPr txBox="1">
            <a:spLocks noGrp="1"/>
          </p:cNvSpPr>
          <p:nvPr>
            <p:ph type="title" idx="2"/>
          </p:nvPr>
        </p:nvSpPr>
        <p:spPr>
          <a:xfrm>
            <a:off x="3123089" y="2339167"/>
            <a:ext cx="25092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96" name="Google Shape;296;p39"/>
          <p:cNvSpPr txBox="1">
            <a:spLocks noGrp="1"/>
          </p:cNvSpPr>
          <p:nvPr>
            <p:ph type="subTitle" idx="3"/>
          </p:nvPr>
        </p:nvSpPr>
        <p:spPr>
          <a:xfrm>
            <a:off x="3133289" y="2752101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97" name="Google Shape;297;p39"/>
          <p:cNvSpPr txBox="1">
            <a:spLocks noGrp="1"/>
          </p:cNvSpPr>
          <p:nvPr>
            <p:ph type="title" idx="4"/>
          </p:nvPr>
        </p:nvSpPr>
        <p:spPr>
          <a:xfrm>
            <a:off x="4841813" y="4272868"/>
            <a:ext cx="25092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98" name="Google Shape;298;p39"/>
          <p:cNvSpPr txBox="1">
            <a:spLocks noGrp="1"/>
          </p:cNvSpPr>
          <p:nvPr>
            <p:ph type="subTitle" idx="5"/>
          </p:nvPr>
        </p:nvSpPr>
        <p:spPr>
          <a:xfrm>
            <a:off x="4852013" y="47176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99" name="Google Shape;299;p39"/>
          <p:cNvSpPr txBox="1">
            <a:spLocks noGrp="1"/>
          </p:cNvSpPr>
          <p:nvPr>
            <p:ph type="title" idx="6"/>
          </p:nvPr>
        </p:nvSpPr>
        <p:spPr>
          <a:xfrm>
            <a:off x="6568111" y="2339167"/>
            <a:ext cx="25008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00" name="Google Shape;300;p39"/>
          <p:cNvSpPr txBox="1">
            <a:spLocks noGrp="1"/>
          </p:cNvSpPr>
          <p:nvPr>
            <p:ph type="subTitle" idx="7"/>
          </p:nvPr>
        </p:nvSpPr>
        <p:spPr>
          <a:xfrm>
            <a:off x="6574111" y="2752101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01" name="Google Shape;301;p39"/>
          <p:cNvSpPr txBox="1">
            <a:spLocks noGrp="1"/>
          </p:cNvSpPr>
          <p:nvPr>
            <p:ph type="title" idx="8"/>
          </p:nvPr>
        </p:nvSpPr>
        <p:spPr>
          <a:xfrm>
            <a:off x="8286836" y="4272868"/>
            <a:ext cx="25008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02" name="Google Shape;302;p39"/>
          <p:cNvSpPr txBox="1">
            <a:spLocks noGrp="1"/>
          </p:cNvSpPr>
          <p:nvPr>
            <p:ph type="subTitle" idx="9"/>
          </p:nvPr>
        </p:nvSpPr>
        <p:spPr>
          <a:xfrm>
            <a:off x="8292836" y="47176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03" name="Google Shape;303;p39"/>
          <p:cNvSpPr txBox="1">
            <a:spLocks noGrp="1"/>
          </p:cNvSpPr>
          <p:nvPr>
            <p:ph type="title" idx="13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4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29499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Title and three columns 4">
    <p:bg>
      <p:bgPr>
        <a:solidFill>
          <a:schemeClr val="accent5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/>
          <p:nvPr/>
        </p:nvSpPr>
        <p:spPr>
          <a:xfrm rot="10800000">
            <a:off x="7855800" y="-516133"/>
            <a:ext cx="7018800" cy="359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6" name="Google Shape;306;p40"/>
          <p:cNvSpPr/>
          <p:nvPr/>
        </p:nvSpPr>
        <p:spPr>
          <a:xfrm>
            <a:off x="-6922433" y="3080667"/>
            <a:ext cx="9870800" cy="50588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7" name="Google Shape;307;p40"/>
          <p:cNvSpPr txBox="1">
            <a:spLocks noGrp="1"/>
          </p:cNvSpPr>
          <p:nvPr>
            <p:ph type="title"/>
          </p:nvPr>
        </p:nvSpPr>
        <p:spPr>
          <a:xfrm>
            <a:off x="1149933" y="443260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08" name="Google Shape;308;p40"/>
          <p:cNvSpPr txBox="1">
            <a:spLocks noGrp="1"/>
          </p:cNvSpPr>
          <p:nvPr>
            <p:ph type="subTitle" idx="1"/>
          </p:nvPr>
        </p:nvSpPr>
        <p:spPr>
          <a:xfrm>
            <a:off x="565933" y="4777615"/>
            <a:ext cx="3519600" cy="10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09" name="Google Shape;309;p40"/>
          <p:cNvSpPr txBox="1">
            <a:spLocks noGrp="1"/>
          </p:cNvSpPr>
          <p:nvPr>
            <p:ph type="title" idx="2"/>
          </p:nvPr>
        </p:nvSpPr>
        <p:spPr>
          <a:xfrm>
            <a:off x="8701007" y="443260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10" name="Google Shape;310;p40"/>
          <p:cNvSpPr txBox="1">
            <a:spLocks noGrp="1"/>
          </p:cNvSpPr>
          <p:nvPr>
            <p:ph type="subTitle" idx="3"/>
          </p:nvPr>
        </p:nvSpPr>
        <p:spPr>
          <a:xfrm>
            <a:off x="8117001" y="4777615"/>
            <a:ext cx="3519600" cy="10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11" name="Google Shape;311;p40"/>
          <p:cNvSpPr txBox="1">
            <a:spLocks noGrp="1"/>
          </p:cNvSpPr>
          <p:nvPr>
            <p:ph type="title" idx="4"/>
          </p:nvPr>
        </p:nvSpPr>
        <p:spPr>
          <a:xfrm>
            <a:off x="4920200" y="443260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12" name="Google Shape;312;p40"/>
          <p:cNvSpPr txBox="1">
            <a:spLocks noGrp="1"/>
          </p:cNvSpPr>
          <p:nvPr>
            <p:ph type="subTitle" idx="5"/>
          </p:nvPr>
        </p:nvSpPr>
        <p:spPr>
          <a:xfrm>
            <a:off x="4336197" y="4777615"/>
            <a:ext cx="3519600" cy="10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13" name="Google Shape;313;p40"/>
          <p:cNvSpPr txBox="1">
            <a:spLocks noGrp="1"/>
          </p:cNvSpPr>
          <p:nvPr>
            <p:ph type="title" idx="6"/>
          </p:nvPr>
        </p:nvSpPr>
        <p:spPr>
          <a:xfrm>
            <a:off x="2250600" y="707633"/>
            <a:ext cx="769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44767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bg>
      <p:bgPr>
        <a:solidFill>
          <a:schemeClr val="accent5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/>
          <p:nvPr/>
        </p:nvSpPr>
        <p:spPr>
          <a:xfrm rot="5400000" flipH="1">
            <a:off x="-4226800" y="129233"/>
            <a:ext cx="14234800" cy="64108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6" name="Google Shape;316;p41"/>
          <p:cNvSpPr txBox="1">
            <a:spLocks noGrp="1"/>
          </p:cNvSpPr>
          <p:nvPr>
            <p:ph type="title"/>
          </p:nvPr>
        </p:nvSpPr>
        <p:spPr>
          <a:xfrm>
            <a:off x="7495800" y="137630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17" name="Google Shape;317;p41"/>
          <p:cNvSpPr txBox="1">
            <a:spLocks noGrp="1"/>
          </p:cNvSpPr>
          <p:nvPr>
            <p:ph type="subTitle" idx="1"/>
          </p:nvPr>
        </p:nvSpPr>
        <p:spPr>
          <a:xfrm>
            <a:off x="7060800" y="1701500"/>
            <a:ext cx="3221600" cy="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18" name="Google Shape;318;p41"/>
          <p:cNvSpPr txBox="1">
            <a:spLocks noGrp="1"/>
          </p:cNvSpPr>
          <p:nvPr>
            <p:ph type="title" idx="2"/>
          </p:nvPr>
        </p:nvSpPr>
        <p:spPr>
          <a:xfrm>
            <a:off x="950967" y="3039600"/>
            <a:ext cx="4438400" cy="7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19" name="Google Shape;319;p41"/>
          <p:cNvSpPr txBox="1">
            <a:spLocks noGrp="1"/>
          </p:cNvSpPr>
          <p:nvPr>
            <p:ph type="title" idx="3"/>
          </p:nvPr>
        </p:nvSpPr>
        <p:spPr>
          <a:xfrm>
            <a:off x="7495800" y="328108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20" name="Google Shape;320;p41"/>
          <p:cNvSpPr txBox="1">
            <a:spLocks noGrp="1"/>
          </p:cNvSpPr>
          <p:nvPr>
            <p:ph type="subTitle" idx="4"/>
          </p:nvPr>
        </p:nvSpPr>
        <p:spPr>
          <a:xfrm>
            <a:off x="7060800" y="3612629"/>
            <a:ext cx="3221600" cy="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21" name="Google Shape;321;p41"/>
          <p:cNvSpPr txBox="1">
            <a:spLocks noGrp="1"/>
          </p:cNvSpPr>
          <p:nvPr>
            <p:ph type="title" idx="5"/>
          </p:nvPr>
        </p:nvSpPr>
        <p:spPr>
          <a:xfrm>
            <a:off x="7495800" y="5169892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22" name="Google Shape;322;p41"/>
          <p:cNvSpPr txBox="1">
            <a:spLocks noGrp="1"/>
          </p:cNvSpPr>
          <p:nvPr>
            <p:ph type="subTitle" idx="6"/>
          </p:nvPr>
        </p:nvSpPr>
        <p:spPr>
          <a:xfrm>
            <a:off x="7060800" y="5501443"/>
            <a:ext cx="3221600" cy="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23" name="Google Shape;323;p41"/>
          <p:cNvSpPr/>
          <p:nvPr/>
        </p:nvSpPr>
        <p:spPr>
          <a:xfrm rot="10800000">
            <a:off x="9312167" y="-8191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24" name="Google Shape;324;p41"/>
          <p:cNvSpPr/>
          <p:nvPr/>
        </p:nvSpPr>
        <p:spPr>
          <a:xfrm rot="10800000">
            <a:off x="9392167" y="-946167"/>
            <a:ext cx="45412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25" name="Google Shape;325;p41"/>
          <p:cNvSpPr/>
          <p:nvPr/>
        </p:nvSpPr>
        <p:spPr>
          <a:xfrm flipH="1">
            <a:off x="10617867" y="5318167"/>
            <a:ext cx="1807200" cy="17524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26" name="Google Shape;326;p41"/>
          <p:cNvSpPr/>
          <p:nvPr/>
        </p:nvSpPr>
        <p:spPr>
          <a:xfrm>
            <a:off x="9784267" y="5674667"/>
            <a:ext cx="3884400" cy="18220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37571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accent5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 txBox="1">
            <a:spLocks noGrp="1"/>
          </p:cNvSpPr>
          <p:nvPr>
            <p:ph type="title"/>
          </p:nvPr>
        </p:nvSpPr>
        <p:spPr>
          <a:xfrm>
            <a:off x="5680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29" name="Google Shape;329;p42"/>
          <p:cNvSpPr/>
          <p:nvPr/>
        </p:nvSpPr>
        <p:spPr>
          <a:xfrm rot="10800000">
            <a:off x="9210567" y="-10780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30" name="Google Shape;330;p42"/>
          <p:cNvSpPr/>
          <p:nvPr/>
        </p:nvSpPr>
        <p:spPr>
          <a:xfrm rot="10800000">
            <a:off x="9290567" y="-1205067"/>
            <a:ext cx="45412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190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solidFill>
          <a:schemeClr val="accent5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/>
          <p:nvPr/>
        </p:nvSpPr>
        <p:spPr>
          <a:xfrm>
            <a:off x="-696633" y="4574267"/>
            <a:ext cx="3056800" cy="277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3" name="Google Shape;333;p43"/>
          <p:cNvSpPr txBox="1">
            <a:spLocks noGrp="1"/>
          </p:cNvSpPr>
          <p:nvPr>
            <p:ph type="title"/>
          </p:nvPr>
        </p:nvSpPr>
        <p:spPr>
          <a:xfrm>
            <a:off x="1189400" y="707633"/>
            <a:ext cx="9813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34" name="Google Shape;334;p43"/>
          <p:cNvSpPr/>
          <p:nvPr/>
        </p:nvSpPr>
        <p:spPr>
          <a:xfrm rot="10800000">
            <a:off x="9682400" y="-736700"/>
            <a:ext cx="3056800" cy="2778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5" name="Google Shape;335;p43"/>
          <p:cNvSpPr/>
          <p:nvPr/>
        </p:nvSpPr>
        <p:spPr>
          <a:xfrm flipH="1">
            <a:off x="-3151233" y="59878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6" name="Google Shape;336;p43"/>
          <p:cNvSpPr/>
          <p:nvPr/>
        </p:nvSpPr>
        <p:spPr>
          <a:xfrm rot="-5400000" flipH="1">
            <a:off x="10612067" y="450167"/>
            <a:ext cx="3276400" cy="153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27726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bg>
      <p:bgPr>
        <a:solidFill>
          <a:schemeClr val="dk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 txBox="1">
            <a:spLocks noGrp="1"/>
          </p:cNvSpPr>
          <p:nvPr>
            <p:ph type="title"/>
          </p:nvPr>
        </p:nvSpPr>
        <p:spPr>
          <a:xfrm>
            <a:off x="1189400" y="707633"/>
            <a:ext cx="9813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39" name="Google Shape;339;p44"/>
          <p:cNvSpPr/>
          <p:nvPr/>
        </p:nvSpPr>
        <p:spPr>
          <a:xfrm rot="10800000" flipH="1">
            <a:off x="-306367" y="-480333"/>
            <a:ext cx="3056800" cy="2778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0" name="Google Shape;340;p44"/>
          <p:cNvSpPr/>
          <p:nvPr/>
        </p:nvSpPr>
        <p:spPr>
          <a:xfrm>
            <a:off x="9319867" y="45970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16263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bg>
      <p:bgPr>
        <a:solidFill>
          <a:schemeClr val="accent5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/>
          <p:cNvSpPr txBox="1">
            <a:spLocks noGrp="1"/>
          </p:cNvSpPr>
          <p:nvPr>
            <p:ph type="title"/>
          </p:nvPr>
        </p:nvSpPr>
        <p:spPr>
          <a:xfrm>
            <a:off x="950967" y="707633"/>
            <a:ext cx="9813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46" name="Google Shape;346;p46"/>
          <p:cNvSpPr/>
          <p:nvPr/>
        </p:nvSpPr>
        <p:spPr>
          <a:xfrm>
            <a:off x="-2368867" y="36015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47" name="Google Shape;347;p46"/>
          <p:cNvSpPr/>
          <p:nvPr/>
        </p:nvSpPr>
        <p:spPr>
          <a:xfrm rot="10800000">
            <a:off x="8659633" y="-1576333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48" name="Google Shape;348;p46"/>
          <p:cNvSpPr/>
          <p:nvPr/>
        </p:nvSpPr>
        <p:spPr>
          <a:xfrm rot="10800000">
            <a:off x="7272933" y="-23857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22579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bg>
      <p:bgPr>
        <a:solidFill>
          <a:schemeClr val="accent5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>
            <a:spLocks noGrp="1"/>
          </p:cNvSpPr>
          <p:nvPr>
            <p:ph type="title"/>
          </p:nvPr>
        </p:nvSpPr>
        <p:spPr>
          <a:xfrm>
            <a:off x="1189400" y="707633"/>
            <a:ext cx="9813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51" name="Google Shape;351;p47"/>
          <p:cNvSpPr/>
          <p:nvPr/>
        </p:nvSpPr>
        <p:spPr>
          <a:xfrm rot="10800000" flipH="1">
            <a:off x="-383667" y="-151700"/>
            <a:ext cx="3971600" cy="4110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2" name="Google Shape;352;p47"/>
          <p:cNvSpPr/>
          <p:nvPr/>
        </p:nvSpPr>
        <p:spPr>
          <a:xfrm>
            <a:off x="6678633" y="2249333"/>
            <a:ext cx="9870800" cy="5058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65431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bg>
      <p:bgPr>
        <a:solidFill>
          <a:schemeClr val="accent5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8"/>
          <p:cNvSpPr txBox="1">
            <a:spLocks noGrp="1"/>
          </p:cNvSpPr>
          <p:nvPr>
            <p:ph type="title"/>
          </p:nvPr>
        </p:nvSpPr>
        <p:spPr>
          <a:xfrm>
            <a:off x="955400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55" name="Google Shape;355;p48"/>
          <p:cNvSpPr/>
          <p:nvPr/>
        </p:nvSpPr>
        <p:spPr>
          <a:xfrm>
            <a:off x="-2241867" y="33094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56" name="Google Shape;356;p48"/>
          <p:cNvSpPr/>
          <p:nvPr/>
        </p:nvSpPr>
        <p:spPr>
          <a:xfrm rot="10800000">
            <a:off x="8659633" y="-15763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57" name="Google Shape;357;p48"/>
          <p:cNvSpPr/>
          <p:nvPr/>
        </p:nvSpPr>
        <p:spPr>
          <a:xfrm rot="10800000">
            <a:off x="7272933" y="-23857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194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bg>
      <p:bgPr>
        <a:solidFill>
          <a:schemeClr val="accent5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 txBox="1">
            <a:spLocks noGrp="1"/>
          </p:cNvSpPr>
          <p:nvPr>
            <p:ph type="title"/>
          </p:nvPr>
        </p:nvSpPr>
        <p:spPr>
          <a:xfrm>
            <a:off x="950967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60" name="Google Shape;360;p49"/>
          <p:cNvSpPr/>
          <p:nvPr/>
        </p:nvSpPr>
        <p:spPr>
          <a:xfrm>
            <a:off x="-2241867" y="3309467"/>
            <a:ext cx="45412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61" name="Google Shape;361;p49"/>
          <p:cNvSpPr/>
          <p:nvPr/>
        </p:nvSpPr>
        <p:spPr>
          <a:xfrm rot="10800000">
            <a:off x="8659633" y="-15763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62" name="Google Shape;362;p49"/>
          <p:cNvSpPr/>
          <p:nvPr/>
        </p:nvSpPr>
        <p:spPr>
          <a:xfrm rot="10800000">
            <a:off x="7353633" y="-24094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3" name="Google Shape;363;p49"/>
          <p:cNvSpPr txBox="1">
            <a:spLocks noGrp="1"/>
          </p:cNvSpPr>
          <p:nvPr>
            <p:ph type="body" idx="1"/>
          </p:nvPr>
        </p:nvSpPr>
        <p:spPr>
          <a:xfrm>
            <a:off x="950967" y="1898867"/>
            <a:ext cx="10281200" cy="43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67732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5427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1">
  <p:cSld name="Title and text 11">
    <p:bg>
      <p:bgPr>
        <a:solidFill>
          <a:schemeClr val="accent5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0"/>
          <p:cNvSpPr txBox="1">
            <a:spLocks noGrp="1"/>
          </p:cNvSpPr>
          <p:nvPr>
            <p:ph type="title"/>
          </p:nvPr>
        </p:nvSpPr>
        <p:spPr>
          <a:xfrm>
            <a:off x="950967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66" name="Google Shape;366;p50"/>
          <p:cNvSpPr/>
          <p:nvPr/>
        </p:nvSpPr>
        <p:spPr>
          <a:xfrm flipH="1">
            <a:off x="9884933" y="3309467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67" name="Google Shape;367;p50"/>
          <p:cNvSpPr/>
          <p:nvPr/>
        </p:nvSpPr>
        <p:spPr>
          <a:xfrm rot="10800000" flipH="1">
            <a:off x="-1232733" y="-1805433"/>
            <a:ext cx="45412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68" name="Google Shape;368;p50"/>
          <p:cNvSpPr/>
          <p:nvPr/>
        </p:nvSpPr>
        <p:spPr>
          <a:xfrm rot="10800000" flipH="1">
            <a:off x="-2662300" y="-26475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9" name="Google Shape;369;p50"/>
          <p:cNvSpPr txBox="1">
            <a:spLocks noGrp="1"/>
          </p:cNvSpPr>
          <p:nvPr>
            <p:ph type="body" idx="1"/>
          </p:nvPr>
        </p:nvSpPr>
        <p:spPr>
          <a:xfrm>
            <a:off x="950967" y="1898867"/>
            <a:ext cx="10281200" cy="43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67732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B9F5D58-5A62-4EEA-8759-91FBFDC21A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533"/>
          <a:stretch/>
        </p:blipFill>
        <p:spPr>
          <a:xfrm>
            <a:off x="0" y="6077990"/>
            <a:ext cx="950966" cy="73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210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5">
  <p:cSld name="Title and three columns 5">
    <p:bg>
      <p:bgPr>
        <a:solidFill>
          <a:schemeClr val="accent5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 txBox="1">
            <a:spLocks noGrp="1"/>
          </p:cNvSpPr>
          <p:nvPr>
            <p:ph type="title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72" name="Google Shape;372;p51"/>
          <p:cNvSpPr txBox="1">
            <a:spLocks noGrp="1"/>
          </p:cNvSpPr>
          <p:nvPr>
            <p:ph type="title" idx="2"/>
          </p:nvPr>
        </p:nvSpPr>
        <p:spPr>
          <a:xfrm>
            <a:off x="1712908" y="4360033"/>
            <a:ext cx="154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73" name="Google Shape;373;p51"/>
          <p:cNvSpPr txBox="1">
            <a:spLocks noGrp="1"/>
          </p:cNvSpPr>
          <p:nvPr>
            <p:ph type="subTitle" idx="1"/>
          </p:nvPr>
        </p:nvSpPr>
        <p:spPr>
          <a:xfrm>
            <a:off x="1254108" y="4721593"/>
            <a:ext cx="2464000" cy="2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74" name="Google Shape;374;p51"/>
          <p:cNvSpPr txBox="1">
            <a:spLocks noGrp="1"/>
          </p:cNvSpPr>
          <p:nvPr>
            <p:ph type="title" idx="3"/>
          </p:nvPr>
        </p:nvSpPr>
        <p:spPr>
          <a:xfrm>
            <a:off x="8932692" y="4343300"/>
            <a:ext cx="154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75" name="Google Shape;375;p51"/>
          <p:cNvSpPr txBox="1">
            <a:spLocks noGrp="1"/>
          </p:cNvSpPr>
          <p:nvPr>
            <p:ph type="subTitle" idx="4"/>
          </p:nvPr>
        </p:nvSpPr>
        <p:spPr>
          <a:xfrm>
            <a:off x="8473892" y="4693476"/>
            <a:ext cx="2464000" cy="2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76" name="Google Shape;376;p51"/>
          <p:cNvSpPr txBox="1">
            <a:spLocks noGrp="1"/>
          </p:cNvSpPr>
          <p:nvPr>
            <p:ph type="title" idx="5"/>
          </p:nvPr>
        </p:nvSpPr>
        <p:spPr>
          <a:xfrm>
            <a:off x="5320029" y="4360033"/>
            <a:ext cx="154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77" name="Google Shape;377;p51"/>
          <p:cNvSpPr txBox="1">
            <a:spLocks noGrp="1"/>
          </p:cNvSpPr>
          <p:nvPr>
            <p:ph type="subTitle" idx="6"/>
          </p:nvPr>
        </p:nvSpPr>
        <p:spPr>
          <a:xfrm>
            <a:off x="4861229" y="4721593"/>
            <a:ext cx="2464000" cy="2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757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bg>
      <p:bgPr>
        <a:solidFill>
          <a:schemeClr val="accent5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2"/>
          <p:cNvSpPr/>
          <p:nvPr/>
        </p:nvSpPr>
        <p:spPr>
          <a:xfrm flipH="1">
            <a:off x="5944916" y="-1257300"/>
            <a:ext cx="11000800" cy="106664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80" name="Google Shape;380;p52"/>
          <p:cNvSpPr/>
          <p:nvPr/>
        </p:nvSpPr>
        <p:spPr>
          <a:xfrm>
            <a:off x="4413400" y="2596667"/>
            <a:ext cx="3365200" cy="26996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1" name="Google Shape;381;p52"/>
          <p:cNvSpPr/>
          <p:nvPr/>
        </p:nvSpPr>
        <p:spPr>
          <a:xfrm>
            <a:off x="713400" y="2596667"/>
            <a:ext cx="3365200" cy="26996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2" name="Google Shape;382;p52"/>
          <p:cNvSpPr/>
          <p:nvPr/>
        </p:nvSpPr>
        <p:spPr>
          <a:xfrm>
            <a:off x="8113400" y="2596667"/>
            <a:ext cx="3365200" cy="26996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3" name="Google Shape;383;p52"/>
          <p:cNvSpPr txBox="1">
            <a:spLocks noGrp="1"/>
          </p:cNvSpPr>
          <p:nvPr>
            <p:ph type="subTitle" idx="1"/>
          </p:nvPr>
        </p:nvSpPr>
        <p:spPr>
          <a:xfrm>
            <a:off x="871599" y="4188233"/>
            <a:ext cx="3048800" cy="1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84" name="Google Shape;384;p52"/>
          <p:cNvSpPr txBox="1">
            <a:spLocks noGrp="1"/>
          </p:cNvSpPr>
          <p:nvPr>
            <p:ph type="subTitle" idx="2"/>
          </p:nvPr>
        </p:nvSpPr>
        <p:spPr>
          <a:xfrm>
            <a:off x="4586232" y="4188233"/>
            <a:ext cx="3048800" cy="1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85" name="Google Shape;385;p52"/>
          <p:cNvSpPr txBox="1">
            <a:spLocks noGrp="1"/>
          </p:cNvSpPr>
          <p:nvPr>
            <p:ph type="subTitle" idx="3"/>
          </p:nvPr>
        </p:nvSpPr>
        <p:spPr>
          <a:xfrm>
            <a:off x="8271601" y="4188233"/>
            <a:ext cx="3048800" cy="1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86" name="Google Shape;386;p52"/>
          <p:cNvSpPr txBox="1">
            <a:spLocks noGrp="1"/>
          </p:cNvSpPr>
          <p:nvPr>
            <p:ph type="title" hasCustomPrompt="1"/>
          </p:nvPr>
        </p:nvSpPr>
        <p:spPr>
          <a:xfrm>
            <a:off x="784399" y="3290833"/>
            <a:ext cx="32232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7" name="Google Shape;387;p52"/>
          <p:cNvSpPr txBox="1">
            <a:spLocks noGrp="1"/>
          </p:cNvSpPr>
          <p:nvPr>
            <p:ph type="title" idx="4" hasCustomPrompt="1"/>
          </p:nvPr>
        </p:nvSpPr>
        <p:spPr>
          <a:xfrm>
            <a:off x="4484400" y="3290833"/>
            <a:ext cx="32232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8" name="Google Shape;388;p52"/>
          <p:cNvSpPr txBox="1">
            <a:spLocks noGrp="1"/>
          </p:cNvSpPr>
          <p:nvPr>
            <p:ph type="title" idx="5" hasCustomPrompt="1"/>
          </p:nvPr>
        </p:nvSpPr>
        <p:spPr>
          <a:xfrm>
            <a:off x="8184401" y="3290833"/>
            <a:ext cx="32232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9" name="Google Shape;389;p52"/>
          <p:cNvSpPr txBox="1">
            <a:spLocks noGrp="1"/>
          </p:cNvSpPr>
          <p:nvPr>
            <p:ph type="title" idx="6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90" name="Google Shape;390;p52"/>
          <p:cNvSpPr/>
          <p:nvPr/>
        </p:nvSpPr>
        <p:spPr>
          <a:xfrm flipH="1">
            <a:off x="9559600" y="3189233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91" name="Google Shape;391;p52"/>
          <p:cNvSpPr/>
          <p:nvPr/>
        </p:nvSpPr>
        <p:spPr>
          <a:xfrm rot="10800000" flipH="1">
            <a:off x="-1016567" y="-1576333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92" name="Google Shape;392;p52"/>
          <p:cNvSpPr/>
          <p:nvPr/>
        </p:nvSpPr>
        <p:spPr>
          <a:xfrm rot="10800000" flipH="1">
            <a:off x="-2241867" y="-23857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27951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bg>
      <p:bgPr>
        <a:solidFill>
          <a:schemeClr val="dk1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3"/>
          <p:cNvSpPr txBox="1">
            <a:spLocks noGrp="1"/>
          </p:cNvSpPr>
          <p:nvPr>
            <p:ph type="subTitle" idx="1"/>
          </p:nvPr>
        </p:nvSpPr>
        <p:spPr>
          <a:xfrm>
            <a:off x="951000" y="1686172"/>
            <a:ext cx="102900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95" name="Google Shape;395;p53"/>
          <p:cNvSpPr txBox="1">
            <a:spLocks noGrp="1"/>
          </p:cNvSpPr>
          <p:nvPr>
            <p:ph type="title" hasCustomPrompt="1"/>
          </p:nvPr>
        </p:nvSpPr>
        <p:spPr>
          <a:xfrm>
            <a:off x="950969" y="853095"/>
            <a:ext cx="102900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6" name="Google Shape;396;p53"/>
          <p:cNvSpPr txBox="1">
            <a:spLocks noGrp="1"/>
          </p:cNvSpPr>
          <p:nvPr>
            <p:ph type="subTitle" idx="2"/>
          </p:nvPr>
        </p:nvSpPr>
        <p:spPr>
          <a:xfrm>
            <a:off x="951000" y="3602539"/>
            <a:ext cx="102900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97" name="Google Shape;397;p53"/>
          <p:cNvSpPr txBox="1">
            <a:spLocks noGrp="1"/>
          </p:cNvSpPr>
          <p:nvPr>
            <p:ph type="title" idx="3" hasCustomPrompt="1"/>
          </p:nvPr>
        </p:nvSpPr>
        <p:spPr>
          <a:xfrm>
            <a:off x="950969" y="2769461"/>
            <a:ext cx="102900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8" name="Google Shape;398;p53"/>
          <p:cNvSpPr txBox="1">
            <a:spLocks noGrp="1"/>
          </p:cNvSpPr>
          <p:nvPr>
            <p:ph type="subTitle" idx="4"/>
          </p:nvPr>
        </p:nvSpPr>
        <p:spPr>
          <a:xfrm>
            <a:off x="951000" y="5518905"/>
            <a:ext cx="102900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99" name="Google Shape;399;p53"/>
          <p:cNvSpPr txBox="1">
            <a:spLocks noGrp="1"/>
          </p:cNvSpPr>
          <p:nvPr>
            <p:ph type="title" idx="5" hasCustomPrompt="1"/>
          </p:nvPr>
        </p:nvSpPr>
        <p:spPr>
          <a:xfrm>
            <a:off x="950969" y="4685828"/>
            <a:ext cx="102900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53"/>
          <p:cNvSpPr/>
          <p:nvPr/>
        </p:nvSpPr>
        <p:spPr>
          <a:xfrm rot="10800000">
            <a:off x="7884867" y="-548500"/>
            <a:ext cx="7018800" cy="359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1" name="Google Shape;401;p53"/>
          <p:cNvSpPr/>
          <p:nvPr/>
        </p:nvSpPr>
        <p:spPr>
          <a:xfrm>
            <a:off x="-6922433" y="3080667"/>
            <a:ext cx="9870800" cy="50588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2" name="Google Shape;402;p53"/>
          <p:cNvSpPr/>
          <p:nvPr/>
        </p:nvSpPr>
        <p:spPr>
          <a:xfrm flipH="1">
            <a:off x="-1232133" y="5330600"/>
            <a:ext cx="4439600" cy="2082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28329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4"/>
          <p:cNvSpPr txBox="1">
            <a:spLocks noGrp="1"/>
          </p:cNvSpPr>
          <p:nvPr>
            <p:ph type="title"/>
          </p:nvPr>
        </p:nvSpPr>
        <p:spPr>
          <a:xfrm>
            <a:off x="955400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405" name="Google Shape;405;p54"/>
          <p:cNvSpPr/>
          <p:nvPr/>
        </p:nvSpPr>
        <p:spPr>
          <a:xfrm>
            <a:off x="-2241867" y="33094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06" name="Google Shape;406;p54"/>
          <p:cNvSpPr/>
          <p:nvPr/>
        </p:nvSpPr>
        <p:spPr>
          <a:xfrm rot="10800000">
            <a:off x="8659633" y="-15763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07" name="Google Shape;407;p54"/>
          <p:cNvSpPr/>
          <p:nvPr/>
        </p:nvSpPr>
        <p:spPr>
          <a:xfrm rot="10800000">
            <a:off x="7272933" y="-23857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8" name="Google Shape;408;p54"/>
          <p:cNvSpPr txBox="1">
            <a:spLocks noGrp="1"/>
          </p:cNvSpPr>
          <p:nvPr>
            <p:ph type="title" idx="2"/>
          </p:nvPr>
        </p:nvSpPr>
        <p:spPr>
          <a:xfrm>
            <a:off x="1237400" y="4754367"/>
            <a:ext cx="201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409" name="Google Shape;409;p54"/>
          <p:cNvSpPr txBox="1">
            <a:spLocks noGrp="1"/>
          </p:cNvSpPr>
          <p:nvPr>
            <p:ph type="subTitle" idx="1"/>
          </p:nvPr>
        </p:nvSpPr>
        <p:spPr>
          <a:xfrm>
            <a:off x="1011800" y="5267320"/>
            <a:ext cx="2464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410" name="Google Shape;410;p54"/>
          <p:cNvSpPr txBox="1">
            <a:spLocks noGrp="1"/>
          </p:cNvSpPr>
          <p:nvPr>
            <p:ph type="title" idx="3"/>
          </p:nvPr>
        </p:nvSpPr>
        <p:spPr>
          <a:xfrm>
            <a:off x="8915769" y="4754367"/>
            <a:ext cx="201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411" name="Google Shape;411;p54"/>
          <p:cNvSpPr txBox="1">
            <a:spLocks noGrp="1"/>
          </p:cNvSpPr>
          <p:nvPr>
            <p:ph type="subTitle" idx="4"/>
          </p:nvPr>
        </p:nvSpPr>
        <p:spPr>
          <a:xfrm>
            <a:off x="8690163" y="5267320"/>
            <a:ext cx="2464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412" name="Google Shape;412;p54"/>
          <p:cNvSpPr txBox="1">
            <a:spLocks noGrp="1"/>
          </p:cNvSpPr>
          <p:nvPr>
            <p:ph type="title" idx="5"/>
          </p:nvPr>
        </p:nvSpPr>
        <p:spPr>
          <a:xfrm>
            <a:off x="5086835" y="4754367"/>
            <a:ext cx="201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413" name="Google Shape;413;p54"/>
          <p:cNvSpPr txBox="1">
            <a:spLocks noGrp="1"/>
          </p:cNvSpPr>
          <p:nvPr>
            <p:ph type="subTitle" idx="6"/>
          </p:nvPr>
        </p:nvSpPr>
        <p:spPr>
          <a:xfrm>
            <a:off x="4861228" y="5267320"/>
            <a:ext cx="2464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414" name="Google Shape;414;p54"/>
          <p:cNvSpPr txBox="1">
            <a:spLocks noGrp="1"/>
          </p:cNvSpPr>
          <p:nvPr>
            <p:ph type="title" idx="7" hasCustomPrompt="1"/>
          </p:nvPr>
        </p:nvSpPr>
        <p:spPr>
          <a:xfrm>
            <a:off x="5342017" y="3330500"/>
            <a:ext cx="1508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5" name="Google Shape;415;p54"/>
          <p:cNvSpPr txBox="1">
            <a:spLocks noGrp="1"/>
          </p:cNvSpPr>
          <p:nvPr>
            <p:ph type="title" idx="8" hasCustomPrompt="1"/>
          </p:nvPr>
        </p:nvSpPr>
        <p:spPr>
          <a:xfrm>
            <a:off x="1489800" y="3330497"/>
            <a:ext cx="1508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6" name="Google Shape;416;p54"/>
          <p:cNvSpPr txBox="1">
            <a:spLocks noGrp="1"/>
          </p:cNvSpPr>
          <p:nvPr>
            <p:ph type="title" idx="9" hasCustomPrompt="1"/>
          </p:nvPr>
        </p:nvSpPr>
        <p:spPr>
          <a:xfrm>
            <a:off x="9168151" y="3330497"/>
            <a:ext cx="1508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842649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 1">
    <p:bg>
      <p:bgPr>
        <a:solidFill>
          <a:schemeClr val="accent5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5"/>
          <p:cNvSpPr/>
          <p:nvPr/>
        </p:nvSpPr>
        <p:spPr>
          <a:xfrm>
            <a:off x="-67" y="7467"/>
            <a:ext cx="12192000" cy="6858000"/>
          </a:xfrm>
          <a:prstGeom prst="rect">
            <a:avLst/>
          </a:prstGeom>
          <a:solidFill>
            <a:schemeClr val="lt1">
              <a:alpha val="2356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9" name="Google Shape;419;p55"/>
          <p:cNvSpPr/>
          <p:nvPr/>
        </p:nvSpPr>
        <p:spPr>
          <a:xfrm>
            <a:off x="-100733" y="617733"/>
            <a:ext cx="6515200" cy="140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0" name="Google Shape;420;p55"/>
          <p:cNvSpPr/>
          <p:nvPr/>
        </p:nvSpPr>
        <p:spPr>
          <a:xfrm rot="10800000">
            <a:off x="8707267" y="-8191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21" name="Google Shape;421;p55"/>
          <p:cNvSpPr/>
          <p:nvPr/>
        </p:nvSpPr>
        <p:spPr>
          <a:xfrm rot="10800000">
            <a:off x="8999367" y="-946167"/>
            <a:ext cx="4541200" cy="4403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22" name="Google Shape;422;p55"/>
          <p:cNvSpPr txBox="1">
            <a:spLocks noGrp="1"/>
          </p:cNvSpPr>
          <p:nvPr>
            <p:ph type="title"/>
          </p:nvPr>
        </p:nvSpPr>
        <p:spPr>
          <a:xfrm>
            <a:off x="950967" y="707633"/>
            <a:ext cx="5145200" cy="11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333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8176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chemeClr val="dk1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6"/>
          <p:cNvSpPr/>
          <p:nvPr/>
        </p:nvSpPr>
        <p:spPr>
          <a:xfrm>
            <a:off x="5554133" y="3760568"/>
            <a:ext cx="10769600" cy="5167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25" name="Google Shape;425;p56"/>
          <p:cNvSpPr/>
          <p:nvPr/>
        </p:nvSpPr>
        <p:spPr>
          <a:xfrm rot="10800000">
            <a:off x="-1342033" y="-392933"/>
            <a:ext cx="5372400" cy="25780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6" name="Google Shape;426;p56"/>
          <p:cNvSpPr txBox="1">
            <a:spLocks noGrp="1"/>
          </p:cNvSpPr>
          <p:nvPr>
            <p:ph type="title"/>
          </p:nvPr>
        </p:nvSpPr>
        <p:spPr>
          <a:xfrm>
            <a:off x="951000" y="896984"/>
            <a:ext cx="10290000" cy="17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10666" b="1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427" name="Google Shape;427;p56"/>
          <p:cNvSpPr txBox="1">
            <a:spLocks noGrp="1"/>
          </p:cNvSpPr>
          <p:nvPr>
            <p:ph type="body" idx="1"/>
          </p:nvPr>
        </p:nvSpPr>
        <p:spPr>
          <a:xfrm>
            <a:off x="4091000" y="2839364"/>
            <a:ext cx="4010000" cy="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28" name="Google Shape;428;p56"/>
          <p:cNvSpPr txBox="1"/>
          <p:nvPr/>
        </p:nvSpPr>
        <p:spPr>
          <a:xfrm>
            <a:off x="3311400" y="4523533"/>
            <a:ext cx="5569200" cy="9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 This presentation template was created by </a:t>
            </a:r>
            <a:r>
              <a:rPr lang="en" sz="1467" b="1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including icons by </a:t>
            </a:r>
            <a:r>
              <a:rPr lang="en" sz="1467" b="1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4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infographics &amp; images by </a:t>
            </a:r>
            <a:r>
              <a:rPr lang="en" sz="1467" b="1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4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467">
              <a:solidFill>
                <a:schemeClr val="lt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29" name="Google Shape;429;p56"/>
          <p:cNvSpPr txBox="1">
            <a:spLocks noGrp="1"/>
          </p:cNvSpPr>
          <p:nvPr>
            <p:ph type="subTitle" idx="2"/>
          </p:nvPr>
        </p:nvSpPr>
        <p:spPr>
          <a:xfrm>
            <a:off x="4092233" y="2457500"/>
            <a:ext cx="4010000" cy="5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54500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ackground 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7"/>
          <p:cNvSpPr/>
          <p:nvPr/>
        </p:nvSpPr>
        <p:spPr>
          <a:xfrm flipH="1">
            <a:off x="9366000" y="3467500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32" name="Google Shape;432;p57"/>
          <p:cNvSpPr/>
          <p:nvPr/>
        </p:nvSpPr>
        <p:spPr>
          <a:xfrm flipH="1">
            <a:off x="9505067" y="3467500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33" name="Google Shape;433;p57"/>
          <p:cNvSpPr/>
          <p:nvPr/>
        </p:nvSpPr>
        <p:spPr>
          <a:xfrm rot="10800000" flipH="1">
            <a:off x="-1016567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34" name="Google Shape;434;p57"/>
          <p:cNvSpPr/>
          <p:nvPr/>
        </p:nvSpPr>
        <p:spPr>
          <a:xfrm rot="10800000" flipH="1">
            <a:off x="-2241867" y="-20301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40731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Background  1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8"/>
          <p:cNvSpPr/>
          <p:nvPr/>
        </p:nvSpPr>
        <p:spPr>
          <a:xfrm rot="10800000" flipH="1">
            <a:off x="0" y="-48267"/>
            <a:ext cx="3056800" cy="2778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7" name="Google Shape;437;p58"/>
          <p:cNvSpPr/>
          <p:nvPr/>
        </p:nvSpPr>
        <p:spPr>
          <a:xfrm>
            <a:off x="8070800" y="4086433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27373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2">
  <p:cSld name="Background  2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9" name="Google Shape;439;p59"/>
          <p:cNvCxnSpPr/>
          <p:nvPr/>
        </p:nvCxnSpPr>
        <p:spPr>
          <a:xfrm>
            <a:off x="8466817" y="-2001500"/>
            <a:ext cx="5010000" cy="557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0" name="Google Shape;440;p59"/>
          <p:cNvSpPr/>
          <p:nvPr/>
        </p:nvSpPr>
        <p:spPr>
          <a:xfrm>
            <a:off x="-85600" y="5101033"/>
            <a:ext cx="1728000" cy="184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1" name="Google Shape;441;p59"/>
          <p:cNvSpPr/>
          <p:nvPr/>
        </p:nvSpPr>
        <p:spPr>
          <a:xfrm>
            <a:off x="7011867" y="-317233"/>
            <a:ext cx="15205200" cy="77924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2" name="Google Shape;442;p59"/>
          <p:cNvSpPr/>
          <p:nvPr/>
        </p:nvSpPr>
        <p:spPr>
          <a:xfrm rot="10800000">
            <a:off x="-7185400" y="-2882633"/>
            <a:ext cx="15205200" cy="77924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3" name="Google Shape;443;p59"/>
          <p:cNvSpPr/>
          <p:nvPr/>
        </p:nvSpPr>
        <p:spPr>
          <a:xfrm>
            <a:off x="6948367" y="5151367"/>
            <a:ext cx="38764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4" name="Google Shape;444;p59"/>
          <p:cNvSpPr/>
          <p:nvPr/>
        </p:nvSpPr>
        <p:spPr>
          <a:xfrm rot="10800000">
            <a:off x="1477300" y="-741433"/>
            <a:ext cx="38764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29145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940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531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237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6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4187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15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700"/>
              <a:buFont typeface="Julius Sans One"/>
              <a:buNone/>
              <a:defRPr sz="27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6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37858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7" r:id="rId42"/>
    <p:sldLayoutId id="2147483718" r:id="rId43"/>
    <p:sldLayoutId id="2147483719" r:id="rId44"/>
    <p:sldLayoutId id="2147483720" r:id="rId45"/>
    <p:sldLayoutId id="2147483721" r:id="rId46"/>
    <p:sldLayoutId id="2147483722" r:id="rId47"/>
    <p:sldLayoutId id="2147483723" r:id="rId48"/>
    <p:sldLayoutId id="2147483724" r:id="rId49"/>
    <p:sldLayoutId id="2147483725" r:id="rId50"/>
    <p:sldLayoutId id="2147483726" r:id="rId51"/>
    <p:sldLayoutId id="2147483727" r:id="rId52"/>
    <p:sldLayoutId id="2147483728" r:id="rId53"/>
    <p:sldLayoutId id="2147483729" r:id="rId54"/>
    <p:sldLayoutId id="2147483730" r:id="rId5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0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47" name="Google Shape;447;p60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933868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4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51" name="Google Shape;451;p6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309976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6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4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55" name="Google Shape;455;p64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775861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3ABFCB-2C7F-B44B-6FEE-380716DEC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5950" y="2923859"/>
            <a:ext cx="6547497" cy="2011200"/>
          </a:xfrm>
        </p:spPr>
        <p:txBody>
          <a:bodyPr/>
          <a:lstStyle/>
          <a:p>
            <a:r>
              <a:rPr lang="en-US" altLang="zh-TW" sz="6000" dirty="0"/>
              <a:t>Chapter 4 </a:t>
            </a:r>
            <a:br>
              <a:rPr lang="en-US" altLang="zh-TW" sz="6000" dirty="0"/>
            </a:br>
            <a:r>
              <a:rPr lang="en-US" altLang="zh-TW" sz="6000" dirty="0"/>
              <a:t>Block ciphers</a:t>
            </a:r>
            <a:endParaRPr lang="zh-TW" altLang="en-US" sz="6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BFF7571-60E6-150F-FEFC-C76AED473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9697" y="4724645"/>
            <a:ext cx="4523750" cy="1367154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M133040036</a:t>
            </a:r>
            <a:br>
              <a:rPr lang="en-US" altLang="zh-TW" sz="2400" dirty="0"/>
            </a:br>
            <a:r>
              <a:rPr lang="zh-TW" altLang="en-US" sz="2400" dirty="0"/>
              <a:t>李元禎</a:t>
            </a:r>
          </a:p>
        </p:txBody>
      </p:sp>
    </p:spTree>
    <p:extLst>
      <p:ext uri="{BB962C8B-B14F-4D97-AF65-F5344CB8AC3E}">
        <p14:creationId xmlns:p14="http://schemas.microsoft.com/office/powerpoint/2010/main" val="347098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051A6FCC-31FC-43A5-9A06-BC86B25AC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definitions and properties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block ciphers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 Standard (DES)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Standard (AES)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Types of attacks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Pseudo-random Functions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(PRF)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D079DCBA-5F34-46B6-9558-AC97CF744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564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1E18D-2872-4F1C-EC02-B970F5F76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238251" y="3120200"/>
            <a:ext cx="9715499" cy="6176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Basic Definitions and Properties</a:t>
            </a:r>
          </a:p>
        </p:txBody>
      </p:sp>
    </p:spTree>
    <p:extLst>
      <p:ext uri="{BB962C8B-B14F-4D97-AF65-F5344CB8AC3E}">
        <p14:creationId xmlns:p14="http://schemas.microsoft.com/office/powerpoint/2010/main" val="1464715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asic Definitions and Properties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 cipher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ε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message space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ciphertext space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(finite) set X. 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space of </a:t>
                </a:r>
                <a:r>
                  <a:rPr lang="el-G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ε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K,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ε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block cipher defined over (K,X). We call an element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∈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data block.</a:t>
                </a: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every fixed key k 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K, define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:=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·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</m:oMath>
                </a14:m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is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→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sends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∈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usual correctness requirement for any cipher implies that for every fixed key k,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:r>
                  <a:rPr lang="en-US" altLang="zh-TW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one-to-one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as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finite,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be </a:t>
                </a:r>
                <a:r>
                  <a:rPr lang="en-US" altLang="zh-TW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onto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well. 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permutation on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inverse permutation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altLang="zh-TW" sz="2000" dirty="0"/>
                  <a:t>.</a:t>
                </a:r>
              </a:p>
              <a:p>
                <a:endParaRPr lang="en-US" altLang="zh-TW" sz="2000" dirty="0"/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AES is important and popular in block cipher (AES-128/192/256)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4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342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Game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64B47D-AAFD-44B7-9F0B-5A7CA3AD1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definition of security for a block cipher is a kind of black box test. The intuition is the following: an efficient adversary is given a “black box”. Which the adversary cannot see inside the box, but he can probe it with questions. 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means that the adversary should not be able to tell which type of function is inside the box a randomly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keyed block cipher,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truly random permutation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Put another way, a secure block cipher should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computationally indistinguishable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 random permutation.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615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Game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define two experiments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=0: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·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=1: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zh-TW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TW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𝑃𝑒𝑟𝑚𝑠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b = 0,1,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event that A outputs 1 in Experiment b. We de ne A’s advantage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adversary computes and outputs a bit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respect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TW" sz="20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383838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  <a:sym typeface="Didact Gothic"/>
                      </a:rPr>
                      <m:t>ε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𝐵𝐶𝑎𝑑𝑣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000" dirty="0" err="1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func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000" dirty="0" err="1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𝐵𝐶𝑎𝑑𝑣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 small, 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000" dirty="0" err="1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func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000" dirty="0" err="1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So adversary can’t distinguish randomly keyed block cipher and truly random permutation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exercise the definition of security a bit, we prove a couple of simple implications. For simplicity, we assume that [X] is large (i.e., super-poly)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 cipher is unpredictable</a:t>
                </a: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649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Codebook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(ECB)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64B47D-AAFD-44B7-9F0B-5A7CA3AD1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codebook mode (ECB mode) :</a:t>
            </a:r>
            <a:b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messages too long, break up the message into a sequence of data blocks, and  encrypt each data block separately. </a:t>
            </a:r>
          </a:p>
          <a:p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03E2595-DDAE-4064-B9EE-CEDAE8686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33" y="3161122"/>
            <a:ext cx="4978928" cy="301482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B36803B-49FB-4D0B-A0F6-8118EBC47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241" y="3275690"/>
            <a:ext cx="4603553" cy="296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34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ECB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ECB problem :  adversary can easily distinguish an encryption of two messages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 ∈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2, 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m0 consists of two equal blocks (i.e., m0[0] = m0[1]) and m1 consists of two unequal blocks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ECB cipher does not satisfy our definition of semantic security, and its use as an encryption scheme is strongly discouraged.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FCED25CD-E5EA-4C6C-B56B-5AD8BEF05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091" y="3429000"/>
            <a:ext cx="4427115" cy="296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78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Encryption in a Real-world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ipher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64B47D-AAFD-44B7-9F0B-5A7CA3AD1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4F25704-05FE-4318-BB60-CC675E3ED7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055"/>
          <a:stretch/>
        </p:blipFill>
        <p:spPr>
          <a:xfrm>
            <a:off x="1057996" y="1898867"/>
            <a:ext cx="9968591" cy="435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08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1E18D-2872-4F1C-EC02-B970F5F76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238251" y="3120200"/>
            <a:ext cx="9715499" cy="6176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Constructing Block Ciphers</a:t>
            </a:r>
          </a:p>
        </p:txBody>
      </p:sp>
    </p:spTree>
    <p:extLst>
      <p:ext uri="{BB962C8B-B14F-4D97-AF65-F5344CB8AC3E}">
        <p14:creationId xmlns:p14="http://schemas.microsoft.com/office/powerpoint/2010/main" val="1265009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terated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ipher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iterated cipher :  all block ciphers used in practice use the same basic framework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First : picks a simple block cipher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𝜀</m:t>
                        </m:r>
                      </m:e>
                    </m:acc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:= ( </m:t>
                    </m:r>
                    <m:acc>
                      <m:accPr>
                        <m:chr m:val="̂"/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</m:acc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acc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)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𝜀</m:t>
                        </m:r>
                      </m:e>
                    </m:acc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: round cipher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Second :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picks a simple PRG G to expand the key k ,G the key expansion function.</a:t>
                </a: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28AB8822-F8D7-48FE-9975-91032A90E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214" y="3228480"/>
            <a:ext cx="6773220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07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1E18D-2872-4F1C-EC02-B970F5F76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238250" y="3120200"/>
            <a:ext cx="9715499" cy="6176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 Standard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(DES)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57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 Standard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Due to it’s short key size, the DES is considered insecure and should not be used. 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AES uses 128-bit (or longer) keys, and operates on 128-bit blocks.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Feistel permutation : (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one-to-one)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𝜋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≔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⊕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endParaRPr lang="en-US" altLang="zh-TW" sz="2000" b="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≔(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⊕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DES round function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6262" indent="0">
                  <a:buNone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374DE885-38E8-43C4-BC0F-E6B416D785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79" t="14010" r="4504" b="6575"/>
          <a:stretch/>
        </p:blipFill>
        <p:spPr>
          <a:xfrm>
            <a:off x="5183842" y="3321423"/>
            <a:ext cx="6666502" cy="235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275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Round Function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: expands a 32-bit input to 48-bit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: mixing permutation</a:t>
                </a:r>
              </a:p>
              <a:p>
                <a:pPr marL="186262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      make it look more confuse</a:t>
                </a:r>
              </a:p>
              <a:p>
                <a:pPr marL="186262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      exp: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𝑆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→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𝑆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8</m:t>
                        </m:r>
                      </m:sub>
                    </m:sSub>
                  </m:oMath>
                </a14:m>
                <a:endParaRPr lang="en-US" altLang="zh-TW" sz="2000" b="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186262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𝑆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→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𝑆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altLang="zh-TW" sz="20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……</a:t>
                </a:r>
              </a:p>
              <a:p>
                <a:pPr marL="186262" indent="0">
                  <a:buNone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Algorithm :</a:t>
                </a: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0C07F588-0EA6-43BF-8369-7CDAA692C4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712" r="5870"/>
          <a:stretch/>
        </p:blipFill>
        <p:spPr>
          <a:xfrm>
            <a:off x="5432612" y="1412433"/>
            <a:ext cx="6092636" cy="459940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30FBCF9-EECD-4F1D-BAD2-7C83B7745B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05"/>
          <a:stretch/>
        </p:blipFill>
        <p:spPr>
          <a:xfrm>
            <a:off x="950967" y="4170743"/>
            <a:ext cx="4842701" cy="214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677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Round Function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64B47D-AAFD-44B7-9F0B-5A7CA3AD1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278" y="1871973"/>
            <a:ext cx="10281200" cy="4346400"/>
          </a:xfrm>
        </p:spPr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, FP : initial and final permutations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C27F054-2AE1-4621-8821-31F36714A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161" y="2413670"/>
            <a:ext cx="9936596" cy="393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22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Challenges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64B47D-AAFD-44B7-9F0B-5A7CA3AD1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278" y="1871973"/>
            <a:ext cx="10281200" cy="4346400"/>
          </a:xfrm>
        </p:spPr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can be cracked using exhaustive search in just a 22 hours.</a:t>
            </a:r>
            <a:b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56-bit key is way too short</a:t>
            </a:r>
            <a:b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The minimum safe key size these days is 128 bits</a:t>
            </a:r>
          </a:p>
        </p:txBody>
      </p:sp>
    </p:spTree>
    <p:extLst>
      <p:ext uri="{BB962C8B-B14F-4D97-AF65-F5344CB8AC3E}">
        <p14:creationId xmlns:p14="http://schemas.microsoft.com/office/powerpoint/2010/main" val="2827722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AES-128 Vulnerable to Exhaustive Search?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scanning a space of size 256 takes 22 hours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22 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h𝑜𝑢𝑟𝑠</m:t>
                        </m:r>
                      </m:e>
                    </m:d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128−56</m:t>
                        </m:r>
                      </m:sup>
                    </m:sSup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118 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</m:t>
                        </m:r>
                      </m:sup>
                    </m:sSup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𝑦𝑒𝑎𝑟𝑠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Beside , more sophisticated brute-force attacks on AES-128 exploiting time-space tradeoffs.</a:t>
                </a: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764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Triple-DES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 : the 56-bit key space is too small.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terate the cipher several time using independent keys.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3( 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2, 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 :=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3, 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2, 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Keys length : 3 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56 = 168 bits.</a:t>
                </a: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not use Double-DES 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meet in the middle</a:t>
                </a:r>
              </a:p>
              <a:p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795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eet in the Middle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not use Double-DES 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meet in the middle</a:t>
                </a:r>
              </a:p>
              <a:p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Q plaintext blocks </a:t>
                </a:r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 dirty="0" err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 =1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6262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Its running time is dominated by a total of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evaluations of algorithms E and D.</a:t>
                </a:r>
              </a:p>
              <a:p>
                <a:pPr marL="186262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step 1 : construct a table T containing all pairs </a:t>
                </a:r>
                <a14:m>
                  <m:oMath xmlns:m="http://schemas.openxmlformats.org/officeDocument/2006/math">
                    <m: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𝑎𝑙𝑙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1∈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6262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step 2 :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do: </a:t>
                </a:r>
              </a:p>
              <a:p>
                <a:pPr marL="186262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6262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table lookup: if T contains a pair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then </a:t>
                </a:r>
              </a:p>
              <a:p>
                <a:pPr marL="186262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let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that pair, output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halt</a:t>
                </a:r>
              </a:p>
              <a:p>
                <a:pPr marL="186262" indent="0">
                  <a:buNone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Triple-DES’s key is too long to use in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brute-force attacks  Time: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112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,Space: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BE2FE1E5-B7A9-4244-B76B-3FA4B8DB02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11" t="11207" r="1622" b="7098"/>
          <a:stretch/>
        </p:blipFill>
        <p:spPr>
          <a:xfrm>
            <a:off x="5327101" y="97087"/>
            <a:ext cx="6505007" cy="293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90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1E18D-2872-4F1C-EC02-B970F5F76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989480" y="3120200"/>
            <a:ext cx="10213040" cy="6176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Standard (AES)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614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Standard (AES)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64B47D-AAFD-44B7-9F0B-5A7CA3AD1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278" y="1871973"/>
            <a:ext cx="10281200" cy="4346400"/>
          </a:xfrm>
        </p:spPr>
        <p:txBody>
          <a:bodyPr/>
          <a:lstStyle/>
          <a:p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00C76FE-3F93-4CC7-A06A-6E7753E9EA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80"/>
          <a:stretch/>
        </p:blipFill>
        <p:spPr>
          <a:xfrm>
            <a:off x="1723818" y="1871973"/>
            <a:ext cx="7942119" cy="423174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A2E6968-C796-4F0E-BD11-D2F0297B3349}"/>
              </a:ext>
            </a:extLst>
          </p:cNvPr>
          <p:cNvSpPr/>
          <p:nvPr/>
        </p:nvSpPr>
        <p:spPr>
          <a:xfrm>
            <a:off x="6885260" y="3925951"/>
            <a:ext cx="900588" cy="3428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altLang="zh-TW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MixCol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024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10C32BAA-17B4-4F13-904A-792CA20BEE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24646" y="2899670"/>
            <a:ext cx="4924858" cy="2922905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 round permutation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SubBytes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:pPr marL="186262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SubBytes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8"/>
                                  <m:mcJc m:val="center"/>
                                </m:mcPr>
                              </m:mc>
                            </m:mcs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zh-TW" dirty="0"/>
              </a:p>
              <a:p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8730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 round permutation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ShiftRow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79932CD-A2EB-4419-9445-C13CA8EE1A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8721" y="2212795"/>
            <a:ext cx="10260407" cy="326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93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 round permutation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MixColums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6AB9FEF-8DE3-485B-9619-493500944A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92036" y="1789701"/>
            <a:ext cx="8858051" cy="436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76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 round permutation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SubBytes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64B47D-AAFD-44B7-9F0B-5A7CA3AD1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278" y="1871973"/>
            <a:ext cx="10281200" cy="4346400"/>
          </a:xfrm>
        </p:spPr>
        <p:txBody>
          <a:bodyPr/>
          <a:lstStyle/>
          <a:p>
            <a:pPr marL="186262" indent="0">
              <a:buNone/>
            </a:pPr>
            <a:endParaRPr lang="zh-TW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SubByte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S-box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 4KB table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0C32BAA-17B4-4F13-904A-792CA20BEE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55514" y="1973314"/>
            <a:ext cx="6340194" cy="383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777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AES-128 Key Expansion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𝑓𝑜𝑟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b="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1,…,10,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128-bit round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(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,0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,1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,2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,3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generated from the preceding round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−1,0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  <m: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follows:</a:t>
                </a: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constant</a:t>
                </a: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E8105B23-4591-4CF5-AC51-68949EEF706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822" y="2688390"/>
            <a:ext cx="4101465" cy="398952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F02308F-0494-44CC-9E14-642478D44A19}"/>
                  </a:ext>
                </a:extLst>
              </p:cNvPr>
              <p:cNvSpPr txBox="1"/>
              <p:nvPr/>
            </p:nvSpPr>
            <p:spPr>
              <a:xfrm>
                <a:off x="1356522" y="3248929"/>
                <a:ext cx="3491346" cy="1592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US" altLang="zh-TW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−1,0</m:t>
                          </m:r>
                        </m:sub>
                      </m:sSub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−1,3</m:t>
                          </m:r>
                        </m:sub>
                      </m:sSub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zh-TW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−1,1</m:t>
                          </m:r>
                        </m:sub>
                      </m:sSub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,0</m:t>
                          </m:r>
                        </m:sub>
                      </m:sSub>
                    </m:oMath>
                  </m:oMathPara>
                </a14:m>
                <a:endParaRPr lang="en-US" altLang="zh-TW" sz="20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altLang="zh-TW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−1,2</m:t>
                          </m:r>
                        </m:sub>
                      </m:sSub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en-US" altLang="zh-TW" sz="20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,3</m:t>
                          </m:r>
                        </m:sub>
                      </m:sSub>
                      <m:r>
                        <a:rPr lang="en-US" altLang="zh-TW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−1,3</m:t>
                          </m:r>
                        </m:sub>
                      </m:sSub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F02308F-0494-44CC-9E14-642478D44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522" y="3248929"/>
                <a:ext cx="3491346" cy="15924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2617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of AES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Recovery :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AES-128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126.1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evaluations of AES [26].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AES-192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89.74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AES-192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254.42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86262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this attack has little impact !</a:t>
                </a:r>
              </a:p>
              <a:p>
                <a:pPr marL="186262" indent="0">
                  <a:buNone/>
                </a:pPr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Related key attacks : The attack requires four related keys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6262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XOR relation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6262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use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99.5</m:t>
                        </m:r>
                      </m:sup>
                    </m:sSup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6262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this attack has little impact !</a:t>
                </a:r>
              </a:p>
              <a:p>
                <a:pPr marL="186262" indent="0">
                  <a:buNone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8641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1E18D-2872-4F1C-EC02-B970F5F76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238251" y="3120200"/>
            <a:ext cx="9715499" cy="6176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Various Types of attacks</a:t>
            </a:r>
          </a:p>
        </p:txBody>
      </p:sp>
    </p:spTree>
    <p:extLst>
      <p:ext uri="{BB962C8B-B14F-4D97-AF65-F5344CB8AC3E}">
        <p14:creationId xmlns:p14="http://schemas.microsoft.com/office/powerpoint/2010/main" val="293065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Attacks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nor/>
                      </m:rPr>
                      <a:rPr lang="en-US" altLang="zh-TW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Plaintext</m:t>
                    </m:r>
                    <m:r>
                      <m:rPr>
                        <m:nor/>
                      </m:rPr>
                      <a:rPr lang="en-US" altLang="zh-TW" sz="20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nor/>
                      </m:rPr>
                      <a:rPr lang="en-US" altLang="zh-TW" sz="20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cipher</m:t>
                    </m:r>
                    <m:r>
                      <m:rPr>
                        <m:nor/>
                      </m:rPr>
                      <a:rPr lang="en-US" altLang="zh-TW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altLang="zh-TW" sz="2000" i="1" dirty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𝑏𝑖𝑎𝑠</m:t>
                    </m:r>
                  </m:oMath>
                </a14:m>
                <a:endParaRPr lang="pt-BR" altLang="zh-TW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altLang="zh-TW" sz="20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altLang="zh-TW" sz="2000" i="0" dirty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pt-BR" altLang="zh-TW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zh-TW" sz="200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zh-TW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altLang="zh-TW" sz="2000" i="1" dirty="0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dirty="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altLang="zh-TW" sz="2000" i="1" dirty="0" smtClean="0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  <m:r>
                                <a:rPr lang="pt-BR" altLang="zh-TW" sz="200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pt-BR" altLang="zh-TW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zh-TW" sz="200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altLang="zh-TW" sz="200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altLang="zh-TW" sz="2000" i="1" dirty="0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zh-TW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altLang="zh-TW" sz="2000" i="1" dirty="0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t-BR" altLang="zh-TW" sz="2000" i="1" dirty="0" smtClean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e>
                              </m:d>
                              <m:r>
                                <a:rPr lang="pt-BR" altLang="zh-TW" sz="20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altLang="zh-TW" sz="20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zh-TW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altLang="zh-TW" sz="2000" i="1" dirty="0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pt-BR" altLang="zh-TW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pt-BR" altLang="zh-TW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altLang="zh-TW" sz="2000" i="1" dirty="0" smtClean="0">
                          <a:latin typeface="Cambria Math" panose="02040503050406030204" pitchFamily="18" charset="0"/>
                        </a:rPr>
                        <m:t>​+</m:t>
                      </m:r>
                      <m:r>
                        <a:rPr lang="pt-BR" altLang="zh-TW" sz="200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cryptanalysis of DES : bias is at least </a:t>
                </a:r>
                <a14:m>
                  <m:oMath xmlns:m="http://schemas.openxmlformats.org/officeDocument/2006/math">
                    <m:r>
                      <a:rPr lang="pt-BR" altLang="zh-TW" sz="20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pt-BR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−21</m:t>
                        </m:r>
                      </m:sup>
                    </m:sSup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two linear relations for 14-rounds of DES are: </a:t>
                </a:r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e>
                      </m:d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 err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24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29</m:t>
                          </m:r>
                        </m:e>
                      </m:d>
                      <m:sSub>
                        <m:sSub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zh-TW" sz="2000" i="1" dirty="0" err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TW" sz="20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 err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 [17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24]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24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29</m:t>
                          </m:r>
                        </m:e>
                      </m:d>
                      <m:r>
                        <a:rPr lang="en-US" altLang="zh-TW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 err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 [15] =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6262" indent="0">
                  <a:buNone/>
                </a:pPr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cost :  table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counts the number of plaintext/ciphertext pairs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list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43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plaintext/ciphertext pairs this attack succeeds with probability 85% using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43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evaluations of the DES circuit</a:t>
                </a: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083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Side-channel Attacks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64B47D-AAFD-44B7-9F0B-5A7CA3AD1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278" y="1871973"/>
            <a:ext cx="10281200" cy="4346400"/>
          </a:xfrm>
        </p:spPr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inadvertently leaked by its physical implementation.</a:t>
            </a:r>
            <a:endParaRPr lang="pt-BR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side channel </a:t>
            </a:r>
            <a:r>
              <a:rPr lang="pt-B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information can let attacker know response time to certain requests. The response time can leak information about a secret key. </a:t>
            </a:r>
            <a:b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000" dirty="0"/>
              <a:t> </a:t>
            </a:r>
            <a:endParaRPr lang="pt-BR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side channel </a:t>
            </a:r>
            <a:r>
              <a:rPr lang="pt-B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Attacker analysis the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chip at any given time, and know what time is the AES calculating.</a:t>
            </a:r>
            <a:endParaRPr lang="pt-BR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869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Injection Attacks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64B47D-AAFD-44B7-9F0B-5A7CA3AD1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278" y="1871973"/>
            <a:ext cx="10281200" cy="4346400"/>
          </a:xfrm>
        </p:spPr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hardware to introduce errors while running the cryptosystem , thus attacker can  exploit the malformed output to learn information about the secret key.</a:t>
            </a:r>
            <a:b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attack down AES performance two times and is hardly done in practice.</a:t>
            </a:r>
          </a:p>
          <a:p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493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Exhaustive Search Attacks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a quantum computer can solve the exhaustive search problem in time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ra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AES-128 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128</m:t>
                            </m:r>
                          </m:sup>
                        </m:sSup>
                      </m:e>
                    </m:rad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(steps). 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Computations involving 264 steps can already be done in a reasonable amount of time on a classical computer. If a quantum computer is built that could handle a computation of that size, then AES-128 will no longer be secure.</a:t>
                </a:r>
              </a:p>
              <a:p>
                <a:endParaRPr lang="pt-BR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106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1E18D-2872-4F1C-EC02-B970F5F76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238250" y="3120200"/>
            <a:ext cx="9715499" cy="6176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Pseudo-random Functions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(PRF)</a:t>
            </a:r>
          </a:p>
        </p:txBody>
      </p:sp>
    </p:spTree>
    <p:extLst>
      <p:ext uri="{BB962C8B-B14F-4D97-AF65-F5344CB8AC3E}">
        <p14:creationId xmlns:p14="http://schemas.microsoft.com/office/powerpoint/2010/main" val="3806702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Pseudo-random Functions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(PRF)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PRF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 : F has two inputs: a key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an input data block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its output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:=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called an output data block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of (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k,x,y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(K,X,Y)</a:t>
                </a:r>
                <a:br>
                  <a:rPr lang="pt-B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:r>
                  <a:rPr lang="pt-BR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PRF set size 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𝐹𝑢𝑛𝑠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[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𝑌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]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= </m:t>
                    </m:r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𝑌</m:t>
                            </m:r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𝑋</m:t>
                            </m:r>
                          </m:e>
                        </m:d>
                      </m:sup>
                    </m:sSup>
                  </m:oMath>
                </a14:m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Attack game design: given PRF F,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defined over (K,X,Y)</a:t>
                </a: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𝑖𝑓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= 0: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𝑘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TW" sz="20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</m:groupCh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𝐾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𝑓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←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𝐹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𝑘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·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);</m:t>
                      </m:r>
                    </m:oMath>
                  </m:oMathPara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𝑖𝑓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= 1: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𝑓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TW" sz="20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</m:groupCh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𝐹𝑢𝑛𝑠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𝑋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𝑌</m:t>
                          </m:r>
                        </m:e>
                      </m:d>
                      <m:r>
                        <a:rPr lang="en-US" altLang="zh-TW" sz="200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𝑃𝑅𝐹𝑎𝑑𝑣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𝐹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000" b="0" i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Pr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⁡[</m:t>
                          </m:r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]</m:t>
                          </m:r>
                        </m:e>
                      </m:d>
                    </m:oMath>
                  </m:oMathPara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endParaRPr lang="en-US" altLang="zh-TW" sz="20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19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When is a secure block cipher a secure PRF?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64B47D-AAFD-44B7-9F0B-5A7CA3AD1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278" y="1871973"/>
            <a:ext cx="10281200" cy="4346400"/>
          </a:xfrm>
        </p:spPr>
        <p:txBody>
          <a:bodyPr/>
          <a:lstStyle/>
          <a:p>
            <a:r>
              <a:rPr lang="en-US" altLang="zh-TW" sz="2000" dirty="0">
                <a:latin typeface="+mn-lt"/>
              </a:rPr>
              <a:t>Does this imply that E is also a secure PRF?</a:t>
            </a:r>
            <a:br>
              <a:rPr lang="en-US" altLang="zh-TW" sz="2000" dirty="0">
                <a:latin typeface="+mn-lt"/>
              </a:rPr>
            </a:br>
            <a:r>
              <a:rPr lang="en-US" altLang="zh-TW" sz="2000" dirty="0">
                <a:latin typeface="+mn-lt"/>
              </a:rPr>
              <a:t>Ans : YES ! (N is super-poly)</a:t>
            </a:r>
            <a:br>
              <a:rPr lang="en-US" altLang="zh-TW" sz="2000" dirty="0">
                <a:latin typeface="+mn-lt"/>
              </a:rPr>
            </a:br>
            <a:r>
              <a:rPr lang="en-US" altLang="zh-TW" sz="2000" dirty="0">
                <a:latin typeface="+mn-lt"/>
              </a:rPr>
              <a:t>proof : birthday attack</a:t>
            </a:r>
            <a:endParaRPr lang="en-US" altLang="zh-TW" sz="2000" dirty="0">
              <a:latin typeface="+mn-lt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91975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PRF Switching Lemma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783470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+mn-lt"/>
                    <a:cs typeface="Times New Roman" panose="02020603050405020304" pitchFamily="18" charset="0"/>
                    <a:sym typeface="Wingdings" panose="05000000000000000000" pitchFamily="2" charset="2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𝜀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= 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 </m:t>
                    </m:r>
                  </m:oMath>
                </a14:m>
                <a:r>
                  <a:rPr lang="en-US" altLang="zh-TW" sz="2000" dirty="0">
                    <a:latin typeface="+mn-lt"/>
                    <a:cs typeface="Times New Roman" panose="02020603050405020304" pitchFamily="18" charset="0"/>
                    <a:sym typeface="Wingdings" panose="05000000000000000000" pitchFamily="2" charset="2"/>
                  </a:rPr>
                  <a:t>be a block cipher defined over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𝐾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𝑋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), </m:t>
                    </m:r>
                  </m:oMath>
                </a14:m>
                <a:r>
                  <a:rPr lang="en-US" altLang="zh-TW" sz="2000" dirty="0">
                    <a:latin typeface="+mn-lt"/>
                    <a:cs typeface="Times New Roman" panose="02020603050405020304" pitchFamily="18" charset="0"/>
                    <a:sym typeface="Wingdings" panose="05000000000000000000" pitchFamily="2" charset="2"/>
                  </a:rPr>
                  <a:t>and let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:= 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+mn-lt"/>
                    <a:cs typeface="Times New Roman" panose="02020603050405020304" pitchFamily="18" charset="0"/>
                    <a:sym typeface="Wingdings" panose="05000000000000000000" pitchFamily="2" charset="2"/>
                  </a:rPr>
                  <a:t>.</a:t>
                </a:r>
                <a:br>
                  <a:rPr lang="en-US" altLang="zh-TW" sz="2000" dirty="0">
                    <a:latin typeface="+mn-lt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:r>
                  <a:rPr lang="en-US" altLang="zh-TW" sz="2000" dirty="0">
                    <a:latin typeface="+mn-lt"/>
                    <a:cs typeface="Times New Roman" panose="02020603050405020304" pitchFamily="18" charset="0"/>
                    <a:sym typeface="Wingdings" panose="05000000000000000000" pitchFamily="2" charset="2"/>
                  </a:rPr>
                  <a:t>Proof :</a:t>
                </a:r>
                <a:br>
                  <a:rPr lang="en-US" altLang="zh-TW" sz="2000" dirty="0">
                    <a:latin typeface="+mn-lt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𝐵𝐶𝑎𝑑𝑣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𝜀</m:t>
                            </m:r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𝑃𝑅𝐹𝑎𝑑𝑣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[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]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≤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𝑁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𝑝𝑟𝑜𝑜𝑓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𝑏𝑦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𝑑𝑖𝑓𝑓𝑒𝑟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𝑒𝑛𝑐𝑒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𝐿𝑒𝑚𝑚𝑎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TW" sz="2000" dirty="0">
                  <a:latin typeface="+mn-lt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endParaRPr lang="en-US" altLang="zh-TW" sz="2000" dirty="0">
                  <a:latin typeface="+mn-lt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sz="2000" dirty="0">
                    <a:latin typeface="+mn-lt"/>
                    <a:cs typeface="Times New Roman" panose="02020603050405020304" pitchFamily="18" charset="0"/>
                    <a:sym typeface="Wingdings" panose="05000000000000000000" pitchFamily="2" charset="2"/>
                  </a:rPr>
                  <a:t>N is super-poly and Q is poly-bounded </a:t>
                </a:r>
                <a:r>
                  <a:rPr lang="en-US" altLang="zh-TW" sz="2000" dirty="0">
                    <a:latin typeface="+mn-lt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+mn-lt"/>
                  </a:rPr>
                  <a:t>is negligible </a:t>
                </a:r>
                <a:br>
                  <a:rPr lang="en-US" altLang="zh-TW" sz="2000" dirty="0">
                    <a:latin typeface="+mn-lt"/>
                  </a:rPr>
                </a:br>
                <a:r>
                  <a:rPr lang="en-US" altLang="zh-TW" sz="2000" dirty="0">
                    <a:latin typeface="+mn-lt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𝐵𝐶𝑎𝑑𝑣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𝐴𝐸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𝑖𝑠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𝑛𝑒𝑔𝑙𝑖𝑔𝑖𝑏𝑙𝑒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𝑃𝑅𝐹𝑎𝑑𝑣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𝐴𝐸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𝑖𝑠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𝑛𝑒𝑔𝑙𝑖𝑔𝑖𝑏𝑙𝑒</m:t>
                    </m:r>
                  </m:oMath>
                </a14:m>
                <a:endParaRPr lang="en-US" altLang="zh-TW" sz="2000" dirty="0">
                  <a:latin typeface="+mn-lt"/>
                  <a:sym typeface="Wingdings" panose="05000000000000000000" pitchFamily="2" charset="2"/>
                </a:endParaRP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186262" indent="0">
                  <a:buNone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78347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6173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PRF Switching Lemma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Attack Game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(permutation vs. function)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Experiment :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challenger selects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𝐹𝑢𝑛𝑠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follows: 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= 0: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𝑃𝑒𝑟𝑚𝑠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]; </m:t>
                    </m:r>
                  </m:oMath>
                </a14:m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= 1: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𝐹𝑢𝑛𝑠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𝑃𝐹𝑎𝑑𝑣</m:t>
                    </m:r>
                    <m:d>
                      <m:dPr>
                        <m:begChr m:val="["/>
                        <m:endChr m:val="]"/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</m:e>
                    </m:d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≔</m:t>
                    </m:r>
                    <m:d>
                      <m:dPr>
                        <m:begChr m:val="|"/>
                        <m:endChr m:val="|"/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0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func>
                          <m:func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0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zh-TW" sz="20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X : finite set of size N,A 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an adversary that makes at most Q queries to its challenger. Then</a:t>
                </a:r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𝑃𝐹𝑎𝑑𝑣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𝑋</m:t>
                          </m:r>
                        </m:e>
                      </m:d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≤</m:t>
                      </m:r>
                      <m:f>
                        <m:f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altLang="zh-TW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𝑁</m:t>
                          </m:r>
                        </m:den>
                      </m:f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……(</m:t>
                      </m:r>
                      <m:r>
                        <m:rPr>
                          <m:nor/>
                        </m:rP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Theorem</m:t>
                      </m:r>
                      <m:r>
                        <m:rPr>
                          <m:nor/>
                        </m:rPr>
                        <a:rPr lang="en-US" altLang="zh-TW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4.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27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PRF Switching Lemma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Game 0 : f := E(k ), where k 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K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is chosen at random.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Game 1 : chooses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∈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𝑃𝑒𝑟𝑚𝑠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[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𝑋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]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at random.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Game 2 : chooses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𝐹𝑢𝑛𝑠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[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𝑋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𝑋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]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at random.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Definition,</a:t>
                </a:r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 =</m:t>
                      </m:r>
                      <m:r>
                        <a:rPr lang="en-US" altLang="zh-TW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𝐵𝐶𝑎𝑑𝑣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[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𝜀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]</m:t>
                      </m:r>
                    </m:oMath>
                  </m:oMathPara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 =</m:t>
                      </m:r>
                      <m:r>
                        <a:rPr lang="en-US" altLang="zh-TW" sz="20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𝑃𝑅𝐹𝑎𝑑𝑣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altLang="zh-TW" sz="20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By Theorem 4.6,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𝑃𝐹𝑎𝑑𝑣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[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𝑋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]≤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𝑄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/2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𝑁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Putting these together, we get</a:t>
                </a:r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𝐵𝐶𝑎𝑑𝑣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,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𝜀</m:t>
                              </m:r>
                            </m:e>
                          </m:d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𝑃𝑅𝐹𝑎𝑑𝑣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[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𝐸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]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≤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 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𝑄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/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2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𝑁</m:t>
                      </m:r>
                    </m:oMath>
                  </m:oMathPara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0491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Constructing PRGs from PRFs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:r>
                  <a:rPr lang="da-DK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defined PRF over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a-DK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da-DK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𝐾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da-DK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da-DK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𝑌</m:t>
                        </m:r>
                      </m:e>
                    </m:d>
                  </m:oMath>
                </a14:m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is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distinct elements of X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PRG G with seed space K and output space Y, as follows: for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If F is a secure PRF, then the PRG G described above is a secure PRG.</a:t>
                </a: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𝑃𝑅𝐺𝑎𝑑𝑣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= 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𝑃𝑅𝐹𝑎𝑑𝑣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</m:d>
                  </m:oMath>
                </a14:m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𝑖𝑠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𝑎𝑑𝑣𝑒𝑟𝑠𝑎𝑟𝑦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Proof : see Attack Game 3.1 and Attack Game 4.2 (slide P34) </a:t>
                </a: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758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Deterministic counter mode</a:t>
            </a:r>
            <a:endParaRPr lang="zh-TW" altLang="en-US" dirty="0">
              <a:latin typeface="+mn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𝜀</m:t>
                    </m:r>
                    <m:r>
                      <a:rPr lang="da-DK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= </m:t>
                    </m:r>
                    <m:d>
                      <m:dPr>
                        <m:ctrlPr>
                          <a:rPr lang="da-DK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da-DK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da-DK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da-DK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is a block cipher defined over </a:t>
                </a:r>
                <a14:m>
                  <m:oMath xmlns:m="http://schemas.openxmlformats.org/officeDocument/2006/math">
                    <m:r>
                      <a:rPr lang="da-DK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da-DK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𝐾</m:t>
                    </m:r>
                    <m:r>
                      <a:rPr lang="da-DK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da-DK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𝑋</m:t>
                    </m:r>
                    <m:r>
                      <a:rPr lang="da-DK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da-DK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Define the encryption function E is a secure PRF (defined over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𝐾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𝑋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𝑋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stream cipher in detail , 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𝜀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′ = (</m:t>
                    </m:r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)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has key space K, message and ciphertext space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≤ℓ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, where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ℓ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is a poly-bounded value, and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ℓ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𝑁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 ,</a:t>
                </a:r>
                <a:r>
                  <a:rPr lang="en-US" altLang="zh-TW" sz="2000" dirty="0">
                    <a:ea typeface="Cambria Math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Encryption and decryption follows,</a:t>
                </a: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𝐹𝑜𝑟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𝐾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𝑎𝑛𝑑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∈</m:t>
                    </m:r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</m:e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≤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ℓ</m:t>
                        </m:r>
                      </m:sup>
                    </m:sSup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𝑤𝑖𝑡h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:=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e>
                    </m:d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𝑤𝑒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𝑑𝑒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𝑓𝑖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𝑛𝑒</m:t>
                    </m:r>
                  </m:oMath>
                </a14:m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≔(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𝐸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e>
                        </m:d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⊕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,…,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𝐸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TW" sz="20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  <m:t>𝑣</m:t>
                                </m:r>
                                <m: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  <m:t>−1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⊕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𝐹𝑜𝑟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𝐾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𝑎𝑛𝑑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∈</m:t>
                    </m:r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</m:e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≤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ℓ</m:t>
                        </m:r>
                      </m:sup>
                    </m:sSup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𝑤𝑖𝑡h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:=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𝑤𝑒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𝑑𝑒𝑓𝑖𝑛𝑒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79584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𝐷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′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𝑘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𝑐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) :=(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𝐸</m:t>
                      </m:r>
                      <m:d>
                        <m:d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𝑘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TW" sz="20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Wingdings" panose="05000000000000000000" pitchFamily="2" charset="2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TW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⊕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0</m:t>
                          </m:r>
                        </m:e>
                      </m:d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,…,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𝐸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𝑘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TW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  <m:r>
                                <a:rPr lang="en-US" altLang="zh-TW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Wingdings" panose="05000000000000000000" pitchFamily="2" charset="2"/>
                                </a:rPr>
                                <m:t>−1</m:t>
                              </m:r>
                            </m:e>
                          </m:d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sub>
                      </m:sSub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)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⊕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𝑐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[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𝑣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1]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186262" indent="0">
                  <a:buNone/>
                </a:pPr>
                <a:endParaRPr lang="en-US" altLang="zh-TW" sz="2000" i="1" dirty="0">
                  <a:latin typeface="Cambria Math" panose="020405030504060302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186262" indent="0">
                  <a:buNone/>
                </a:pPr>
                <a:endParaRPr lang="en-US" altLang="zh-TW" sz="2000" i="1" dirty="0">
                  <a:latin typeface="Cambria Math" panose="020405030504060302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:endParaRPr lang="en-US" altLang="zh-TW" sz="2000" i="1" dirty="0">
                  <a:latin typeface="Cambria Math" panose="020405030504060302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186262" indent="0">
                  <a:buNone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1086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Deterministic counter mode</a:t>
            </a:r>
            <a:endParaRPr lang="zh-TW" altLang="en-US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64B47D-AAFD-44B7-9F0B-5A7CA3AD1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278" y="1871973"/>
            <a:ext cx="10281200" cy="4346400"/>
          </a:xfrm>
        </p:spPr>
        <p:txBody>
          <a:bodyPr/>
          <a:lstStyle/>
          <a:p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17B72EA-67BC-48D3-8D24-2CEDD67D1B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08" r="3476"/>
          <a:stretch/>
        </p:blipFill>
        <p:spPr>
          <a:xfrm>
            <a:off x="473765" y="2256163"/>
            <a:ext cx="5341452" cy="339178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134B042-4052-4991-A77C-B86321D130A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97" r="8073"/>
          <a:stretch/>
        </p:blipFill>
        <p:spPr>
          <a:xfrm>
            <a:off x="6292419" y="2256163"/>
            <a:ext cx="4939748" cy="339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23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Constructing block ciphers from PRFs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l"/>
                </a:pPr>
                <a:r>
                  <a:rPr lang="en-US" altLang="zh-TW" sz="2000" dirty="0">
                    <a:latin typeface="+mn-lt"/>
                  </a:rPr>
                  <a:t>Rackoff construction: data block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+mn-lt"/>
                  </a:rPr>
                  <a:t>, key (k1,k2,k3)</a:t>
                </a:r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en-US" altLang="zh-TW" sz="2000" dirty="0">
                    <a:latin typeface="+mn-lt"/>
                  </a:rPr>
                  <a:t>Encryption: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𝑤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←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⊕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</m:d>
                  </m:oMath>
                </a14:m>
                <a:endParaRPr lang="en-US" altLang="zh-TW" sz="2000" i="1" dirty="0">
                  <a:latin typeface="+mn-lt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←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⊕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</m:e>
                    </m:d>
                  </m:oMath>
                </a14:m>
                <a:endParaRPr lang="en-US" altLang="zh-TW" sz="2000" i="1" dirty="0">
                  <a:latin typeface="+mn-lt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←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𝑤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⊕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sub>
                        </m:sSub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sz="2000" i="1" dirty="0">
                  <a:latin typeface="+mn-lt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𝑜𝑢𝑡𝑝𝑢𝑡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d>
                      <m:dPr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</m:d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.</m:t>
                    </m:r>
                  </m:oMath>
                </a14:m>
                <a:r>
                  <a:rPr lang="en-US" altLang="zh-TW" sz="2000" dirty="0">
                    <a:latin typeface="+mn-lt"/>
                  </a:rPr>
                  <a:t> </a:t>
                </a:r>
              </a:p>
              <a:p>
                <a:pPr lvl="1"/>
                <a:endParaRPr lang="en-US" altLang="zh-TW" sz="2000" dirty="0">
                  <a:latin typeface="+mn-lt"/>
                </a:endParaRPr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en-US" altLang="zh-TW" sz="2000" dirty="0" err="1">
                    <a:latin typeface="+mn-lt"/>
                  </a:rPr>
                  <a:t>Decrytion</a:t>
                </a:r>
                <a:endParaRPr lang="en-US" altLang="zh-TW" sz="2000" dirty="0">
                  <a:latin typeface="+mn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𝑤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←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⊕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sz="2000" i="1" dirty="0">
                  <a:latin typeface="+mn-lt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←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⊕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</m:e>
                    </m:d>
                  </m:oMath>
                </a14:m>
                <a:endParaRPr lang="en-US" altLang="zh-TW" sz="2000" i="1" dirty="0">
                  <a:latin typeface="+mn-lt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←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𝑤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⊕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</m:d>
                  </m:oMath>
                </a14:m>
                <a:endParaRPr lang="en-US" altLang="zh-TW" sz="2000" i="1" dirty="0">
                  <a:latin typeface="+mn-lt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𝑜𝑢𝑡𝑝𝑢𝑡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d>
                      <m:dPr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</m:d>
                    <m:r>
                      <a:rPr lang="pl-PL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.</m:t>
                    </m:r>
                  </m:oMath>
                </a14:m>
                <a:r>
                  <a:rPr lang="en-US" altLang="zh-TW" sz="2000" dirty="0">
                    <a:latin typeface="+mn-lt"/>
                  </a:rPr>
                  <a:t> </a:t>
                </a:r>
                <a:endParaRPr lang="en-US" altLang="zh-TW" sz="2000" dirty="0">
                  <a:latin typeface="+mn-lt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795847" lvl="1" indent="0">
                  <a:buNone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795847" lvl="1" indent="0">
                  <a:buNone/>
                </a:pPr>
                <a:b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</a:b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4278" y="1871973"/>
                <a:ext cx="10281200" cy="434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115F8D8A-3CA9-4AA5-AA15-08E3AE21A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697" y="1412433"/>
            <a:ext cx="3485996" cy="547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7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B1F936-8534-C128-0DF9-32C38760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000" y="896984"/>
            <a:ext cx="10290000" cy="3593240"/>
          </a:xfrm>
        </p:spPr>
        <p:txBody>
          <a:bodyPr/>
          <a:lstStyle/>
          <a:p>
            <a:r>
              <a:rPr lang="en-US" altLang="zh-TW" dirty="0"/>
              <a:t>Thank you for listening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4860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佈景主題2">
  <a:themeElements>
    <a:clrScheme name="Simple Light">
      <a:dk1>
        <a:srgbClr val="383838"/>
      </a:dk1>
      <a:lt1>
        <a:srgbClr val="EEEEEE"/>
      </a:lt1>
      <a:dk2>
        <a:srgbClr val="DBDBDB"/>
      </a:dk2>
      <a:lt2>
        <a:srgbClr val="929292"/>
      </a:lt2>
      <a:accent1>
        <a:srgbClr val="383838"/>
      </a:accent1>
      <a:accent2>
        <a:srgbClr val="383838"/>
      </a:accent2>
      <a:accent3>
        <a:srgbClr val="383838"/>
      </a:accent3>
      <a:accent4>
        <a:srgbClr val="383838"/>
      </a:accent4>
      <a:accent5>
        <a:srgbClr val="FFFFFF"/>
      </a:accent5>
      <a:accent6>
        <a:srgbClr val="FFFFFF"/>
      </a:accent6>
      <a:hlink>
        <a:srgbClr val="383838"/>
      </a:hlink>
      <a:folHlink>
        <a:srgbClr val="0097A7"/>
      </a:folHlink>
    </a:clrScheme>
    <a:fontScheme name="自訂 1">
      <a:majorFont>
        <a:latin typeface="Arial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2" id="{4C642406-5F7E-42DE-840F-6BEA190EE232}" vid="{B65F164E-84A4-4FFB-B697-D7B5B2A77B15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5F6F1"/>
      </a:lt1>
      <a:dk2>
        <a:srgbClr val="E5E5DB"/>
      </a:dk2>
      <a:lt2>
        <a:srgbClr val="C7C0B5"/>
      </a:lt2>
      <a:accent1>
        <a:srgbClr val="B9B5AA"/>
      </a:accent1>
      <a:accent2>
        <a:srgbClr val="212121"/>
      </a:accent2>
      <a:accent3>
        <a:srgbClr val="B7B7B7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佈景主題2</Template>
  <TotalTime>3472</TotalTime>
  <Words>2284</Words>
  <Application>Microsoft Office PowerPoint</Application>
  <PresentationFormat>寬螢幕</PresentationFormat>
  <Paragraphs>190</Paragraphs>
  <Slides>43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43</vt:i4>
      </vt:variant>
    </vt:vector>
  </HeadingPairs>
  <TitlesOfParts>
    <vt:vector size="59" baseType="lpstr">
      <vt:lpstr>Didact Gothic</vt:lpstr>
      <vt:lpstr>Julius Sans One</vt:lpstr>
      <vt:lpstr>Proxima Nova</vt:lpstr>
      <vt:lpstr>Proxima Nova Semibold</vt:lpstr>
      <vt:lpstr>Questrial</vt:lpstr>
      <vt:lpstr>標楷體</vt:lpstr>
      <vt:lpstr>Arial</vt:lpstr>
      <vt:lpstr>Calibri</vt:lpstr>
      <vt:lpstr>Cambria Math</vt:lpstr>
      <vt:lpstr>Montserrat</vt:lpstr>
      <vt:lpstr>Times New Roman</vt:lpstr>
      <vt:lpstr>Wingdings</vt:lpstr>
      <vt:lpstr>佈景主題2</vt:lpstr>
      <vt:lpstr>Slidesgo Final Pages</vt:lpstr>
      <vt:lpstr>1_Slidesgo Final Pages</vt:lpstr>
      <vt:lpstr>2_Slidesgo Final Pages</vt:lpstr>
      <vt:lpstr>Chapter 4  Block ciphers</vt:lpstr>
      <vt:lpstr>Outline</vt:lpstr>
      <vt:lpstr>Basic Definitions and Properties</vt:lpstr>
      <vt:lpstr>Basic Definitions and Properties</vt:lpstr>
      <vt:lpstr>Security Game</vt:lpstr>
      <vt:lpstr>Attack Game</vt:lpstr>
      <vt:lpstr>Electronic Codebook Mode (ECB)</vt:lpstr>
      <vt:lpstr>ECB Challenges</vt:lpstr>
      <vt:lpstr> Encryption in a Real-world Block Cipher</vt:lpstr>
      <vt:lpstr>Constructing Block Ciphers</vt:lpstr>
      <vt:lpstr>Iterated Cipher</vt:lpstr>
      <vt:lpstr>Data Encryption Standard (DES)</vt:lpstr>
      <vt:lpstr>Data Encryption Standard (DES)</vt:lpstr>
      <vt:lpstr> DES Round Function</vt:lpstr>
      <vt:lpstr> DES Round Function</vt:lpstr>
      <vt:lpstr>DES Challenges</vt:lpstr>
      <vt:lpstr>Is AES-128 Vulnerable to Exhaustive Search?</vt:lpstr>
      <vt:lpstr>Triple-DES</vt:lpstr>
      <vt:lpstr>Meet in the Middle</vt:lpstr>
      <vt:lpstr>Advanced Encryption Standard (AES)</vt:lpstr>
      <vt:lpstr>Advanced Encryption Standard (AES)</vt:lpstr>
      <vt:lpstr>AES  round permutation (SubBytes)</vt:lpstr>
      <vt:lpstr>AES  round permutation (ShiftRow)</vt:lpstr>
      <vt:lpstr>AES  round permutation (MixColums)</vt:lpstr>
      <vt:lpstr>AES  round permutation (SubBytes)</vt:lpstr>
      <vt:lpstr>AES-128 Key Expansion</vt:lpstr>
      <vt:lpstr>Security of AES</vt:lpstr>
      <vt:lpstr>Various Types of attacks</vt:lpstr>
      <vt:lpstr>Algorithmic Attacks</vt:lpstr>
      <vt:lpstr>Side-channel Attacks</vt:lpstr>
      <vt:lpstr>Fault Injection Attacks</vt:lpstr>
      <vt:lpstr>Quantum Exhaustive Search Attacks</vt:lpstr>
      <vt:lpstr> Pseudo-random Functions (PRF)</vt:lpstr>
      <vt:lpstr>Pseudo-random Functions (PRF)</vt:lpstr>
      <vt:lpstr>When is a secure block cipher a secure PRF?</vt:lpstr>
      <vt:lpstr>PRF Switching Lemma</vt:lpstr>
      <vt:lpstr>PRF Switching Lemma</vt:lpstr>
      <vt:lpstr>PRF Switching Lemma</vt:lpstr>
      <vt:lpstr>Constructing PRGs from PRFs</vt:lpstr>
      <vt:lpstr>Deterministic counter mode</vt:lpstr>
      <vt:lpstr>Deterministic counter mode</vt:lpstr>
      <vt:lpstr>Constructing block ciphers from PRFs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學生上課專注度分析</dc:title>
  <dc:creator>宗諺 謝</dc:creator>
  <cp:lastModifiedBy>元禎 李</cp:lastModifiedBy>
  <cp:revision>149</cp:revision>
  <dcterms:created xsi:type="dcterms:W3CDTF">2023-04-23T08:05:40Z</dcterms:created>
  <dcterms:modified xsi:type="dcterms:W3CDTF">2024-09-12T17:17:40Z</dcterms:modified>
</cp:coreProperties>
</file>